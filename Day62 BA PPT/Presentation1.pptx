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DFB96-B363-43E9-B84C-3096E3988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2DF4C-0940-42FE-A3B9-61CA29FEC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ABEF1-31C7-4222-A51C-958FAAFA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DA6D2-F953-40EC-ADAC-DAE1D7E4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53C2C-CB5A-4EA1-A53A-A2978D23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4C09-4911-490A-B4AD-3E2D6155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12CE-B465-462F-975D-DFE5C58A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961D-84F1-411C-90A5-982D9EE0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04025-22C9-4237-B09B-6674136B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FCAF6-162D-4301-AA41-3788976A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3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9306-534C-4875-AC54-5E445C53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5589A-E5E1-460F-A520-90BFD702E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9D75A-A09F-458D-9695-85568B7D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5047D-A5E1-4B14-8083-15212959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DA3A-906A-4927-B8C1-FA63FF47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54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51ED-766D-4CE0-9260-A540C141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02A-C461-4E39-B0B2-1FE3B4672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65EA7-97EB-4FC3-8D46-F0056360E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C3EBC-00D3-4406-A537-85275206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FC49-D4D7-461D-BB73-2B8B9C01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53077-AB4F-49AD-A8C0-82E1E4A0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85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5044-5647-4DC4-BA80-A5B2C401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627C7-3C7B-4A0F-AF9E-59BB19572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66645-B299-4AF1-879A-557E40FF0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2FFAC-531A-4CC4-B50F-1C4D68499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71757-F63F-4B4D-B33A-27D1312BA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C0DA6-EB00-4EAB-9A69-C9FFEB92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DC8D0-1942-46A9-AFA5-A72AD39FD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171FD-2B8B-412E-94B8-BBE656B8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96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74FB-974B-4FB0-9A82-B3186590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288AB-621D-45F1-890F-E16D5EF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DD5C7-93A8-4B9D-8E2D-76A99967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BD2E2-17E4-4EEC-864A-C8886CE3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0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A61CF-DC73-41F2-B62F-7DE9F974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53CD3-B196-4ABE-A7E7-DD4E1482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B5EA8-92A2-40D1-90D4-FD21765B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391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E061-9C96-4B98-9967-ADF9FE9C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7815-3759-48B3-A1FE-0C11BAFDC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FD7BC-FE23-4041-B683-F5061CB20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AD027-09AD-4242-B0B2-CC9D24EC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8065-1879-439E-85F3-719F14EC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7ACE3-978E-46DC-8871-335AB2BF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88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734D-BDAB-450D-B7B7-99DCFE11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F3316-48CC-455D-BFE8-F6AB2F492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A8406-AE52-493D-A1D1-D19605DEA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7F221-2377-4B98-B31F-B316FA99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5216A-B2E5-4A2F-AA28-CF1D6D63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8EC1A-0F3E-4C7F-A25E-C893C59B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91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9E53-EA85-41D3-864B-C561E1C6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8C2E1-186C-4B9D-A8B2-E5321EB25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14E-6A97-4F74-909C-1C075805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3DDC9-011B-4854-939E-FEB2EB1C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E7A80-C2AA-4122-A4B8-270989EB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81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DE00A-0C10-478A-B62B-E68945148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8A38A-6E5E-45C0-8DA3-B6EA132F8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9ABD-D71D-4D2B-9184-4CC82A50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4DE5E-C5B4-432E-8B9D-FCA39E07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8438-9781-493D-BF9D-8CDEC11D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4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388B8-AF04-41C6-82ED-199AB7F5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330A4-3573-449B-965B-37C1E434A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8589C-5D6C-40A2-9AE3-86A2BC0E3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56A4B-805F-4BAD-82D0-397CBF7C8B2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7FFD-7ABF-4C69-B8F1-18127B6BB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62F7B-7E92-4C00-8C1B-EAA5BF1BA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41B61-068D-429C-A68A-053DFDF54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1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07B10E-C28D-4FF7-84C7-DAE04ECBEF49}"/>
              </a:ext>
            </a:extLst>
          </p:cNvPr>
          <p:cNvSpPr/>
          <p:nvPr/>
        </p:nvSpPr>
        <p:spPr>
          <a:xfrm>
            <a:off x="1192695" y="225286"/>
            <a:ext cx="1524001" cy="49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Marketing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751449-A3C8-408A-AD1F-8060CCB511FD}"/>
              </a:ext>
            </a:extLst>
          </p:cNvPr>
          <p:cNvSpPr/>
          <p:nvPr/>
        </p:nvSpPr>
        <p:spPr>
          <a:xfrm>
            <a:off x="1245705" y="940904"/>
            <a:ext cx="1378226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Target customers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FF4E3-46CE-4B8E-8AA4-16969C5919D8}"/>
              </a:ext>
            </a:extLst>
          </p:cNvPr>
          <p:cNvSpPr/>
          <p:nvPr/>
        </p:nvSpPr>
        <p:spPr>
          <a:xfrm>
            <a:off x="1219200" y="1590262"/>
            <a:ext cx="152400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Advertisement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9C9C1-427C-4ABB-A469-2EE808E66413}"/>
              </a:ext>
            </a:extLst>
          </p:cNvPr>
          <p:cNvSpPr/>
          <p:nvPr/>
        </p:nvSpPr>
        <p:spPr>
          <a:xfrm>
            <a:off x="1245706" y="2080593"/>
            <a:ext cx="1378226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customer visit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E835E-7EF4-49C1-8537-004AC6A54F25}"/>
              </a:ext>
            </a:extLst>
          </p:cNvPr>
          <p:cNvSpPr/>
          <p:nvPr/>
        </p:nvSpPr>
        <p:spPr>
          <a:xfrm>
            <a:off x="1245705" y="2690191"/>
            <a:ext cx="147099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Feedback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3AD7D-A1CA-4525-BFDA-3B6079E1A0F4}"/>
              </a:ext>
            </a:extLst>
          </p:cNvPr>
          <p:cNvSpPr/>
          <p:nvPr/>
        </p:nvSpPr>
        <p:spPr>
          <a:xfrm>
            <a:off x="3405809" y="331304"/>
            <a:ext cx="1325217" cy="49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8E5D1-04B9-401E-88C3-7AA443C81273}"/>
              </a:ext>
            </a:extLst>
          </p:cNvPr>
          <p:cNvSpPr/>
          <p:nvPr/>
        </p:nvSpPr>
        <p:spPr>
          <a:xfrm>
            <a:off x="3372677" y="901147"/>
            <a:ext cx="1630017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customer </a:t>
            </a:r>
            <a:r>
              <a:rPr lang="en-IN" dirty="0" err="1"/>
              <a:t>customerEnters</a:t>
            </a:r>
            <a:r>
              <a:rPr lang="en-IN" dirty="0"/>
              <a:t> Restaurant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302625-DDEE-4B90-B05E-580995D20987}"/>
              </a:ext>
            </a:extLst>
          </p:cNvPr>
          <p:cNvSpPr/>
          <p:nvPr/>
        </p:nvSpPr>
        <p:spPr>
          <a:xfrm>
            <a:off x="3432313" y="1331845"/>
            <a:ext cx="1524001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view menu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5D07F-4EBC-4A4B-867E-ABAC326DE71E}"/>
              </a:ext>
            </a:extLst>
          </p:cNvPr>
          <p:cNvSpPr/>
          <p:nvPr/>
        </p:nvSpPr>
        <p:spPr>
          <a:xfrm>
            <a:off x="3498572" y="1815548"/>
            <a:ext cx="1378226" cy="424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place 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878492-B945-4C4B-81D5-B2640A7E93FB}"/>
              </a:ext>
            </a:extLst>
          </p:cNvPr>
          <p:cNvSpPr/>
          <p:nvPr/>
        </p:nvSpPr>
        <p:spPr>
          <a:xfrm>
            <a:off x="3510170" y="2292628"/>
            <a:ext cx="147099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.Food served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A26AC5-6A6F-43BE-AA0F-3AD22C6FBD4D}"/>
              </a:ext>
            </a:extLst>
          </p:cNvPr>
          <p:cNvSpPr/>
          <p:nvPr/>
        </p:nvSpPr>
        <p:spPr>
          <a:xfrm>
            <a:off x="3510170" y="2703449"/>
            <a:ext cx="147099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Generate Bill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BD2F7-8570-42F4-8E93-2307AE796350}"/>
              </a:ext>
            </a:extLst>
          </p:cNvPr>
          <p:cNvSpPr/>
          <p:nvPr/>
        </p:nvSpPr>
        <p:spPr>
          <a:xfrm>
            <a:off x="3510170" y="3097696"/>
            <a:ext cx="1524001" cy="331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Followup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C278B0-A79D-4E7B-BA61-2F324BFA8701}"/>
              </a:ext>
            </a:extLst>
          </p:cNvPr>
          <p:cNvSpPr/>
          <p:nvPr/>
        </p:nvSpPr>
        <p:spPr>
          <a:xfrm>
            <a:off x="5552661" y="331304"/>
            <a:ext cx="1417982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Operations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EB7A06-89C1-4950-922A-53D7A6E690EB}"/>
              </a:ext>
            </a:extLst>
          </p:cNvPr>
          <p:cNvSpPr/>
          <p:nvPr/>
        </p:nvSpPr>
        <p:spPr>
          <a:xfrm>
            <a:off x="5516218" y="768626"/>
            <a:ext cx="1603516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RawMaterials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6668A-E16B-42B0-957B-550B7A06A5B5}"/>
              </a:ext>
            </a:extLst>
          </p:cNvPr>
          <p:cNvSpPr/>
          <p:nvPr/>
        </p:nvSpPr>
        <p:spPr>
          <a:xfrm>
            <a:off x="5516218" y="1219202"/>
            <a:ext cx="1524001" cy="49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  <a:p>
            <a:pPr algn="ctr"/>
            <a:r>
              <a:rPr lang="en-IN" dirty="0"/>
              <a:t>inventory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FF7B54-0364-4598-9573-975E4F463018}"/>
              </a:ext>
            </a:extLst>
          </p:cNvPr>
          <p:cNvSpPr/>
          <p:nvPr/>
        </p:nvSpPr>
        <p:spPr>
          <a:xfrm>
            <a:off x="5589103" y="1749297"/>
            <a:ext cx="1451116" cy="59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check Stock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41F8A8-E183-403F-8A24-71BBE87F6A44}"/>
              </a:ext>
            </a:extLst>
          </p:cNvPr>
          <p:cNvSpPr/>
          <p:nvPr/>
        </p:nvSpPr>
        <p:spPr>
          <a:xfrm>
            <a:off x="5633827" y="2365517"/>
            <a:ext cx="1288781" cy="49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Assign to master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810A0-CA58-4184-9638-1F6CBD9D7A0B}"/>
              </a:ext>
            </a:extLst>
          </p:cNvPr>
          <p:cNvSpPr/>
          <p:nvPr/>
        </p:nvSpPr>
        <p:spPr>
          <a:xfrm>
            <a:off x="5552659" y="2925419"/>
            <a:ext cx="1451115" cy="49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Foodprepare</a:t>
            </a:r>
            <a:r>
              <a:rPr lang="en-IN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14BDC7-C02D-4A6D-958D-F40FCABA4439}"/>
              </a:ext>
            </a:extLst>
          </p:cNvPr>
          <p:cNvSpPr/>
          <p:nvPr/>
        </p:nvSpPr>
        <p:spPr>
          <a:xfrm>
            <a:off x="5635478" y="3525072"/>
            <a:ext cx="1368296" cy="361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dine(Indoor)	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1A933F-C908-4411-A39D-BC8B6336AE71}"/>
              </a:ext>
            </a:extLst>
          </p:cNvPr>
          <p:cNvSpPr/>
          <p:nvPr/>
        </p:nvSpPr>
        <p:spPr>
          <a:xfrm>
            <a:off x="7189304" y="3551577"/>
            <a:ext cx="1590261" cy="25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outdoor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2AE076-D478-41EB-B751-C97B9AA28BB5}"/>
              </a:ext>
            </a:extLst>
          </p:cNvPr>
          <p:cNvSpPr/>
          <p:nvPr/>
        </p:nvSpPr>
        <p:spPr>
          <a:xfrm>
            <a:off x="5544365" y="4209217"/>
            <a:ext cx="1288781" cy="477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.food served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A3BFBD-7B57-4437-9423-336A06263044}"/>
              </a:ext>
            </a:extLst>
          </p:cNvPr>
          <p:cNvSpPr/>
          <p:nvPr/>
        </p:nvSpPr>
        <p:spPr>
          <a:xfrm>
            <a:off x="7419559" y="4149580"/>
            <a:ext cx="1129749" cy="477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Food packed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A9E12-C4E4-4F69-BF05-04434FD13838}"/>
              </a:ext>
            </a:extLst>
          </p:cNvPr>
          <p:cNvSpPr/>
          <p:nvPr/>
        </p:nvSpPr>
        <p:spPr>
          <a:xfrm>
            <a:off x="5633825" y="4979513"/>
            <a:ext cx="2398643" cy="251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Billing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2AD19B-4C59-4C56-B90A-326562D19908}"/>
              </a:ext>
            </a:extLst>
          </p:cNvPr>
          <p:cNvSpPr/>
          <p:nvPr/>
        </p:nvSpPr>
        <p:spPr>
          <a:xfrm>
            <a:off x="9011478" y="225286"/>
            <a:ext cx="1696279" cy="38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Accounts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AA23C5-E183-4975-B909-3676504A31F7}"/>
              </a:ext>
            </a:extLst>
          </p:cNvPr>
          <p:cNvSpPr/>
          <p:nvPr/>
        </p:nvSpPr>
        <p:spPr>
          <a:xfrm>
            <a:off x="9183756" y="901147"/>
            <a:ext cx="1630017" cy="43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.Record daily Expenses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3CF80-9D67-4BD2-889A-EC6DCC8B4F43}"/>
              </a:ext>
            </a:extLst>
          </p:cNvPr>
          <p:cNvSpPr/>
          <p:nvPr/>
        </p:nvSpPr>
        <p:spPr>
          <a:xfrm>
            <a:off x="9210260" y="1524001"/>
            <a:ext cx="1603513" cy="47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.Customer order food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DCB79E-6D00-45B7-8B7D-9CBB1C539905}"/>
              </a:ext>
            </a:extLst>
          </p:cNvPr>
          <p:cNvSpPr/>
          <p:nvPr/>
        </p:nvSpPr>
        <p:spPr>
          <a:xfrm>
            <a:off x="9183756" y="2345644"/>
            <a:ext cx="1630017" cy="51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Billing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71495D-EBDF-4C0F-88D4-ABD5576AB3B3}"/>
              </a:ext>
            </a:extLst>
          </p:cNvPr>
          <p:cNvSpPr/>
          <p:nvPr/>
        </p:nvSpPr>
        <p:spPr>
          <a:xfrm>
            <a:off x="9210260" y="3097696"/>
            <a:ext cx="1603513" cy="51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Receive payment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724219-782F-4E29-9390-238595769307}"/>
              </a:ext>
            </a:extLst>
          </p:cNvPr>
          <p:cNvSpPr/>
          <p:nvPr/>
        </p:nvSpPr>
        <p:spPr>
          <a:xfrm>
            <a:off x="9210259" y="3877915"/>
            <a:ext cx="1603513" cy="51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Record sales Daily in System</a:t>
            </a:r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B2C0C5-D5FA-4DE0-A753-B008CB8C9BA4}"/>
              </a:ext>
            </a:extLst>
          </p:cNvPr>
          <p:cNvSpPr/>
          <p:nvPr/>
        </p:nvSpPr>
        <p:spPr>
          <a:xfrm>
            <a:off x="9329530" y="4740973"/>
            <a:ext cx="1603513" cy="47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Verify cash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873BC8-AEB7-4A61-8FF0-B9870A350D29}"/>
              </a:ext>
            </a:extLst>
          </p:cNvPr>
          <p:cNvSpPr/>
          <p:nvPr/>
        </p:nvSpPr>
        <p:spPr>
          <a:xfrm>
            <a:off x="9329530" y="5493025"/>
            <a:ext cx="1802296" cy="463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update daily accounts</a:t>
            </a:r>
          </a:p>
        </p:txBody>
      </p:sp>
    </p:spTree>
    <p:extLst>
      <p:ext uri="{BB962C8B-B14F-4D97-AF65-F5344CB8AC3E}">
        <p14:creationId xmlns:p14="http://schemas.microsoft.com/office/powerpoint/2010/main" val="343935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C8ACD1-CC10-4A69-9415-245CAAC3527D}"/>
              </a:ext>
            </a:extLst>
          </p:cNvPr>
          <p:cNvSpPr/>
          <p:nvPr/>
        </p:nvSpPr>
        <p:spPr>
          <a:xfrm>
            <a:off x="384312" y="53008"/>
            <a:ext cx="2226365" cy="662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EE1A7-4420-4808-BD78-86626ED03750}"/>
              </a:ext>
            </a:extLst>
          </p:cNvPr>
          <p:cNvSpPr/>
          <p:nvPr/>
        </p:nvSpPr>
        <p:spPr>
          <a:xfrm>
            <a:off x="384312" y="927652"/>
            <a:ext cx="2133600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.Collect Sales record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20D37-84F9-49BF-BC45-2C043544030F}"/>
              </a:ext>
            </a:extLst>
          </p:cNvPr>
          <p:cNvSpPr/>
          <p:nvPr/>
        </p:nvSpPr>
        <p:spPr>
          <a:xfrm>
            <a:off x="384312" y="1643269"/>
            <a:ext cx="2133600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 daily 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9CB22-D870-4951-9DCC-827416F35715}"/>
              </a:ext>
            </a:extLst>
          </p:cNvPr>
          <p:cNvSpPr/>
          <p:nvPr/>
        </p:nvSpPr>
        <p:spPr>
          <a:xfrm>
            <a:off x="430694" y="2362200"/>
            <a:ext cx="2040835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verify payments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9FE16-BCB1-42F0-8EAE-665C7B1745FB}"/>
              </a:ext>
            </a:extLst>
          </p:cNvPr>
          <p:cNvSpPr/>
          <p:nvPr/>
        </p:nvSpPr>
        <p:spPr>
          <a:xfrm>
            <a:off x="430694" y="3047999"/>
            <a:ext cx="2133600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calculate total income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ADCC9-0C0E-4B2F-82E7-65904E42A480}"/>
              </a:ext>
            </a:extLst>
          </p:cNvPr>
          <p:cNvSpPr/>
          <p:nvPr/>
        </p:nvSpPr>
        <p:spPr>
          <a:xfrm>
            <a:off x="477077" y="3674164"/>
            <a:ext cx="2133600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.Calculate total expenses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3C4BA-5C4D-4EBD-907D-0D6A38C99EFA}"/>
              </a:ext>
            </a:extLst>
          </p:cNvPr>
          <p:cNvSpPr/>
          <p:nvPr/>
        </p:nvSpPr>
        <p:spPr>
          <a:xfrm>
            <a:off x="477077" y="4359963"/>
            <a:ext cx="2133600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profit or loss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6CA50-42BE-429B-ADE4-FDEB6D57A655}"/>
              </a:ext>
            </a:extLst>
          </p:cNvPr>
          <p:cNvSpPr/>
          <p:nvPr/>
        </p:nvSpPr>
        <p:spPr>
          <a:xfrm>
            <a:off x="477077" y="5131903"/>
            <a:ext cx="2040835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Prepare Financial Reports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A6C8A-0716-4C73-B8BC-00B4ED4215A3}"/>
              </a:ext>
            </a:extLst>
          </p:cNvPr>
          <p:cNvSpPr/>
          <p:nvPr/>
        </p:nvSpPr>
        <p:spPr>
          <a:xfrm>
            <a:off x="430694" y="5817702"/>
            <a:ext cx="2133600" cy="530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.financial planning and budgeting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70D53A-CBDF-44F3-A4F0-8BD089568203}"/>
              </a:ext>
            </a:extLst>
          </p:cNvPr>
          <p:cNvSpPr/>
          <p:nvPr/>
        </p:nvSpPr>
        <p:spPr>
          <a:xfrm>
            <a:off x="3233530" y="94422"/>
            <a:ext cx="1338470" cy="39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FCBD65-406E-40AC-AEAF-B8B62B9FA704}"/>
              </a:ext>
            </a:extLst>
          </p:cNvPr>
          <p:cNvSpPr/>
          <p:nvPr/>
        </p:nvSpPr>
        <p:spPr>
          <a:xfrm>
            <a:off x="3048000" y="675861"/>
            <a:ext cx="1524000" cy="450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Staff Requirement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5C0BA-66BE-4F5C-9A38-935C997E787B}"/>
              </a:ext>
            </a:extLst>
          </p:cNvPr>
          <p:cNvSpPr/>
          <p:nvPr/>
        </p:nvSpPr>
        <p:spPr>
          <a:xfrm>
            <a:off x="3187147" y="1363316"/>
            <a:ext cx="1431235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select Employee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98996E-E0A4-407F-B139-23FA8BCF7F4A}"/>
              </a:ext>
            </a:extLst>
          </p:cNvPr>
          <p:cNvSpPr/>
          <p:nvPr/>
        </p:nvSpPr>
        <p:spPr>
          <a:xfrm>
            <a:off x="3187147" y="2145192"/>
            <a:ext cx="1524000" cy="583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basic Training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836106-8068-4D16-8F21-22EF0F78643C}"/>
              </a:ext>
            </a:extLst>
          </p:cNvPr>
          <p:cNvSpPr/>
          <p:nvPr/>
        </p:nvSpPr>
        <p:spPr>
          <a:xfrm>
            <a:off x="3187147" y="2979246"/>
            <a:ext cx="1630018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Assign job 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67CD6-1059-4FAD-AD43-34508FF9E097}"/>
              </a:ext>
            </a:extLst>
          </p:cNvPr>
          <p:cNvSpPr/>
          <p:nvPr/>
        </p:nvSpPr>
        <p:spPr>
          <a:xfrm>
            <a:off x="3187147" y="3627780"/>
            <a:ext cx="1722783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Maintain</a:t>
            </a:r>
          </a:p>
          <a:p>
            <a:pPr algn="ctr"/>
            <a:r>
              <a:rPr lang="en-IN" dirty="0"/>
              <a:t>Attendance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DF30CD-F6CE-447E-8575-7C66F6BA5AE2}"/>
              </a:ext>
            </a:extLst>
          </p:cNvPr>
          <p:cNvSpPr/>
          <p:nvPr/>
        </p:nvSpPr>
        <p:spPr>
          <a:xfrm>
            <a:off x="3187147" y="4434511"/>
            <a:ext cx="1802296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Check cooking team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447823-F3BD-420A-A161-C2D06976D12E}"/>
              </a:ext>
            </a:extLst>
          </p:cNvPr>
          <p:cNvSpPr/>
          <p:nvPr/>
        </p:nvSpPr>
        <p:spPr>
          <a:xfrm>
            <a:off x="3200400" y="5168356"/>
            <a:ext cx="1709530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Monitor staff performance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64D390-0B9E-4A45-AA9A-EEE6C3A54905}"/>
              </a:ext>
            </a:extLst>
          </p:cNvPr>
          <p:cNvSpPr/>
          <p:nvPr/>
        </p:nvSpPr>
        <p:spPr>
          <a:xfrm>
            <a:off x="3193773" y="5953535"/>
            <a:ext cx="1709530" cy="39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Send salary Details to owne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12AD6D-4AE7-43DD-B280-5C1EB9C69B99}"/>
              </a:ext>
            </a:extLst>
          </p:cNvPr>
          <p:cNvSpPr/>
          <p:nvPr/>
        </p:nvSpPr>
        <p:spPr>
          <a:xfrm>
            <a:off x="5380382" y="4964598"/>
            <a:ext cx="1338469" cy="604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Ensure food is serve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D9D99-E956-4944-89AE-6F77B689F642}"/>
              </a:ext>
            </a:extLst>
          </p:cNvPr>
          <p:cNvSpPr/>
          <p:nvPr/>
        </p:nvSpPr>
        <p:spPr>
          <a:xfrm>
            <a:off x="5287617" y="5817702"/>
            <a:ext cx="1709530" cy="740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Ask customer Feedback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FAEF9-E8E3-44A1-AA6A-143AABE22223}"/>
              </a:ext>
            </a:extLst>
          </p:cNvPr>
          <p:cNvSpPr/>
          <p:nvPr/>
        </p:nvSpPr>
        <p:spPr>
          <a:xfrm>
            <a:off x="7805530" y="53008"/>
            <a:ext cx="1987827" cy="39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Management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08759D-5F7B-4547-9BE5-25B4945108CD}"/>
              </a:ext>
            </a:extLst>
          </p:cNvPr>
          <p:cNvSpPr/>
          <p:nvPr/>
        </p:nvSpPr>
        <p:spPr>
          <a:xfrm>
            <a:off x="7898296" y="715617"/>
            <a:ext cx="1987827" cy="450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Set buisness goal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4B246C-84E5-4909-A01C-EAC695AE93C2}"/>
              </a:ext>
            </a:extLst>
          </p:cNvPr>
          <p:cNvSpPr/>
          <p:nvPr/>
        </p:nvSpPr>
        <p:spPr>
          <a:xfrm>
            <a:off x="7898296" y="1457739"/>
            <a:ext cx="2133600" cy="450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Plan restaurant operations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5733BB-B163-4F4E-A9BB-1C0528BD3CD6}"/>
              </a:ext>
            </a:extLst>
          </p:cNvPr>
          <p:cNvSpPr/>
          <p:nvPr/>
        </p:nvSpPr>
        <p:spPr>
          <a:xfrm>
            <a:off x="7898296" y="2199861"/>
            <a:ext cx="2266121" cy="528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Assign Responsibility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3A026-9F36-48EF-BDAA-06852AD09B1F}"/>
              </a:ext>
            </a:extLst>
          </p:cNvPr>
          <p:cNvSpPr/>
          <p:nvPr/>
        </p:nvSpPr>
        <p:spPr>
          <a:xfrm>
            <a:off x="7898296" y="3047999"/>
            <a:ext cx="2266121" cy="381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Monitor daily activities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8EDE6F-6E5D-41A8-AFA3-4D5AB41F31A8}"/>
              </a:ext>
            </a:extLst>
          </p:cNvPr>
          <p:cNvSpPr/>
          <p:nvPr/>
        </p:nvSpPr>
        <p:spPr>
          <a:xfrm>
            <a:off x="7898296" y="3674164"/>
            <a:ext cx="2266121" cy="483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sales and customer feed back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947327-5FFE-4A14-BA75-3DB8F3F9A923}"/>
              </a:ext>
            </a:extLst>
          </p:cNvPr>
          <p:cNvSpPr/>
          <p:nvPr/>
        </p:nvSpPr>
        <p:spPr>
          <a:xfrm>
            <a:off x="7977808" y="4361620"/>
            <a:ext cx="2107095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Review Profit and loss analysis</a:t>
            </a:r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CD983F-9859-4D70-B5C5-7F19900C8F39}"/>
              </a:ext>
            </a:extLst>
          </p:cNvPr>
          <p:cNvSpPr/>
          <p:nvPr/>
        </p:nvSpPr>
        <p:spPr>
          <a:xfrm>
            <a:off x="8004313" y="5131904"/>
            <a:ext cx="2027583" cy="43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Identify problems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4A0592-40D9-4E17-862B-DB7D27E27E03}"/>
              </a:ext>
            </a:extLst>
          </p:cNvPr>
          <p:cNvSpPr/>
          <p:nvPr/>
        </p:nvSpPr>
        <p:spPr>
          <a:xfrm>
            <a:off x="8083826" y="5817702"/>
            <a:ext cx="2001077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conduct meeting with staff\HR</a:t>
            </a:r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5A99AC-817E-4010-ACDF-A1E1912A39C3}"/>
              </a:ext>
            </a:extLst>
          </p:cNvPr>
          <p:cNvSpPr/>
          <p:nvPr/>
        </p:nvSpPr>
        <p:spPr>
          <a:xfrm>
            <a:off x="10508974" y="4532243"/>
            <a:ext cx="1577008" cy="432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take correct Actions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BD7D91-3BAA-49E7-9457-CC704DD496CD}"/>
              </a:ext>
            </a:extLst>
          </p:cNvPr>
          <p:cNvSpPr/>
          <p:nvPr/>
        </p:nvSpPr>
        <p:spPr>
          <a:xfrm>
            <a:off x="10508974" y="5420139"/>
            <a:ext cx="1709530" cy="530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Improve service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140634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164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Arunothaya R</dc:creator>
  <cp:lastModifiedBy>Arunothaya R</cp:lastModifiedBy>
  <cp:revision>6</cp:revision>
  <dcterms:created xsi:type="dcterms:W3CDTF">2026-03-12T08:28:47Z</dcterms:created>
  <dcterms:modified xsi:type="dcterms:W3CDTF">2026-03-12T10:39:15Z</dcterms:modified>
</cp:coreProperties>
</file>