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C101-7E75-4F44-9816-B898792C1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6411E-5B90-42A1-87A2-F67638A4F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D76DF-DBF1-4A2D-BD19-A41CEDDF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4FA23-3A1A-449A-91E0-3651BB18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5CAFC-F1EB-4314-9DDB-30B5B0D6C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12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8D0F-3F36-465A-8534-CB04F8B3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7803-109F-48AF-AB77-635E1F88E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4D247-E2BD-4EAB-BF7B-4B5D9281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5D60A-46DF-44D7-8226-EEF57D3A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B62D2-9BDC-4316-A088-583928B5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8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271C-3144-4879-AA85-3919AD616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4FA9F-124B-4B7B-AD9B-2239E6086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DB76A-87F9-42B1-9001-55CE5DAA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A229A-21D3-436A-AA44-07E016F2A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4D9E-01A4-473F-B9CA-0380F0AA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2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6CBB-3943-4C03-9EEA-70EF192E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B92EB-9272-4EE6-BB31-E618D4F83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87DE-729E-4AE1-AD6F-FBA8CA956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D6DDD-968F-4DEE-A289-DC84ECAA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978AF-2532-45E4-912E-27CF15775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A1C73-26A4-4C9B-921F-365FF8C7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22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774B-6C54-4AB3-90D9-DE2AB85A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E1BEA-17AC-4D22-8763-5EA46066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AC3D1-5607-4237-B36C-32A9BFEC9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6A9BB-C47D-4A74-8BBF-996DADD28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6F457-0F50-40AB-A293-079E2B1CF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2F8E9-A267-4EB5-A9D4-7C315AE9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D2BDC-61C6-4050-A686-676F7B89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1EB3B-A07B-4B91-8491-40C154E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60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F707-919D-4A91-BC42-02A15476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F1413-DA53-4045-A482-6308BED3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CE74C-7BEE-4F21-8C65-DF1F844C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E45FB-BAFB-4FA9-BD79-0CBB6BF0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31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6EF71D-CE7A-4FDF-B5D2-8F2B5C5F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CC8AF-2763-4FBF-BB63-70919468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7CF1F-4ED7-46F9-BB26-8F52E54B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34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EF42-1991-4107-9BDC-F21AC157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1D0A-C07F-4178-B44F-D39FB1C83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59AF2-23B2-4E04-9B7D-D6545315A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52827-DC16-4E4B-B831-FC01A7E1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52BEB-6521-40D0-956C-0E9676D3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52A77-25CC-4AC9-B24F-3C8534F9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67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C252-5A88-4664-9686-85A11EA5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684B2-000F-4E2B-86F8-54B5C097A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AE2F3-AD99-40A2-A1E1-D2C553067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FE40D-B10C-49D5-9DF6-5818A4DE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F3825-1D06-41FA-A874-87ECC4CF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68553-E4F4-4B47-A547-C60847D4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50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5848-5D26-429E-A588-C8333F4F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9F91F-8D7D-4F81-B4D9-9E1C30635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F9289-D725-41FE-937B-959D939F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85A42-3741-4B67-9BDA-C72F30F3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3C72C-7DD9-4D4F-B58B-510398B4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52799-C1D0-473B-B8A4-E9D549025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914C9-A250-4A62-B04C-87F611F45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EA06-316E-4D59-8BF5-15481A2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4342A-5B12-4D95-B29E-7E669ACE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FDDBC-6D58-45FF-AAC9-17F79A8B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6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9720F-58C5-4ABC-9497-377E644D1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ED48-DC8B-49C4-9A19-EEF7CA492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E420-02D0-48E7-BB31-5A6DCFFEA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C9B23-8084-4109-86FC-7E6180A7FDB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33257-10C2-40BB-8786-3AC773D64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36F6-E0A7-4E90-9FB5-AB0250807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C2DCF-4CDC-43D4-AF5B-E6FAEA37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31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18776F-339B-4664-87EF-D96DF37A71D5}"/>
              </a:ext>
            </a:extLst>
          </p:cNvPr>
          <p:cNvSpPr txBox="1"/>
          <p:nvPr/>
        </p:nvSpPr>
        <p:spPr>
          <a:xfrm>
            <a:off x="185530" y="384177"/>
            <a:ext cx="1143662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-------------------------------------------------               PURCHASE ENTRY-------------------------------------------------</a:t>
            </a:r>
          </a:p>
          <a:p>
            <a:r>
              <a:rPr lang="en-IN" dirty="0"/>
              <a:t>Purchase ID : </a:t>
            </a:r>
          </a:p>
          <a:p>
            <a:endParaRPr lang="en-IN" dirty="0"/>
          </a:p>
          <a:p>
            <a:r>
              <a:rPr lang="en-IN" dirty="0"/>
              <a:t>Date        :  </a:t>
            </a:r>
          </a:p>
          <a:p>
            <a:endParaRPr lang="en-IN" dirty="0"/>
          </a:p>
          <a:p>
            <a:r>
              <a:rPr lang="en-IN" dirty="0"/>
              <a:t>Supplier Name: 				Editable drop down box</a:t>
            </a:r>
          </a:p>
          <a:p>
            <a:endParaRPr lang="en-IN" dirty="0"/>
          </a:p>
          <a:p>
            <a:r>
              <a:rPr lang="en-IN" dirty="0"/>
              <a:t>Item Category :     				Editable drop down box</a:t>
            </a:r>
          </a:p>
          <a:p>
            <a:r>
              <a:rPr lang="en-IN" dirty="0"/>
              <a:t>Grocery   Vegetable   Meat   Dairy   Spices</a:t>
            </a:r>
          </a:p>
          <a:p>
            <a:endParaRPr lang="en-IN" dirty="0"/>
          </a:p>
          <a:p>
            <a:r>
              <a:rPr lang="en-IN" dirty="0"/>
              <a:t>Item Name: 				Editable drop down box</a:t>
            </a:r>
          </a:p>
          <a:p>
            <a:r>
              <a:rPr lang="en-IN" dirty="0"/>
              <a:t>Rice   Wheat   Tomato   Onion   Potato   Chicken</a:t>
            </a:r>
          </a:p>
          <a:p>
            <a:endParaRPr lang="en-IN" dirty="0"/>
          </a:p>
          <a:p>
            <a:r>
              <a:rPr lang="en-IN" dirty="0"/>
              <a:t>Quantity			[]  		Editable drop down box</a:t>
            </a:r>
          </a:p>
          <a:p>
            <a:r>
              <a:rPr lang="en-IN" dirty="0"/>
              <a:t> 5 Kg   10 Kg   20 Kg   50 Kg</a:t>
            </a:r>
          </a:p>
          <a:p>
            <a:endParaRPr lang="en-IN" dirty="0"/>
          </a:p>
          <a:p>
            <a:r>
              <a:rPr lang="en-IN" dirty="0"/>
              <a:t>Unit Price	:				Text only Read button</a:t>
            </a:r>
          </a:p>
          <a:p>
            <a:endParaRPr lang="en-IN" dirty="0"/>
          </a:p>
          <a:p>
            <a:r>
              <a:rPr lang="en-IN" dirty="0"/>
              <a:t>Total Price				Text only Read button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					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1ADE0C-12FC-4F80-8F96-807F1FB67247}"/>
              </a:ext>
            </a:extLst>
          </p:cNvPr>
          <p:cNvSpPr/>
          <p:nvPr/>
        </p:nvSpPr>
        <p:spPr>
          <a:xfrm>
            <a:off x="1954695" y="735427"/>
            <a:ext cx="2001078" cy="245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 Generated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8B807-9ADA-4B3F-9216-6994A323838E}"/>
              </a:ext>
            </a:extLst>
          </p:cNvPr>
          <p:cNvSpPr/>
          <p:nvPr/>
        </p:nvSpPr>
        <p:spPr>
          <a:xfrm>
            <a:off x="1875183" y="1186037"/>
            <a:ext cx="1974574" cy="245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Date picker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36A18-8BEE-48CC-ADEF-022FE507006E}"/>
              </a:ext>
            </a:extLst>
          </p:cNvPr>
          <p:cNvSpPr/>
          <p:nvPr/>
        </p:nvSpPr>
        <p:spPr>
          <a:xfrm>
            <a:off x="1994452" y="1805578"/>
            <a:ext cx="1974574" cy="245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supplier▼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4F1594D-E453-499C-991E-D8C171C4B5C7}"/>
              </a:ext>
            </a:extLst>
          </p:cNvPr>
          <p:cNvSpPr/>
          <p:nvPr/>
        </p:nvSpPr>
        <p:spPr>
          <a:xfrm>
            <a:off x="4293704" y="1895060"/>
            <a:ext cx="424069" cy="139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4D4BC4-715E-413D-91F8-8D8B22AA31E2}"/>
              </a:ext>
            </a:extLst>
          </p:cNvPr>
          <p:cNvSpPr/>
          <p:nvPr/>
        </p:nvSpPr>
        <p:spPr>
          <a:xfrm>
            <a:off x="1974573" y="2256188"/>
            <a:ext cx="2093844" cy="364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Selectcategory</a:t>
            </a:r>
            <a:r>
              <a:rPr lang="en-IN" dirty="0"/>
              <a:t>▼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DFB78C0-51FD-49F6-B915-ABF5A5EBAD8C}"/>
              </a:ext>
            </a:extLst>
          </p:cNvPr>
          <p:cNvSpPr/>
          <p:nvPr/>
        </p:nvSpPr>
        <p:spPr>
          <a:xfrm>
            <a:off x="4359965" y="2464905"/>
            <a:ext cx="424069" cy="145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EFDDA3-812C-430C-823D-80BB2D849C61}"/>
              </a:ext>
            </a:extLst>
          </p:cNvPr>
          <p:cNvSpPr/>
          <p:nvPr/>
        </p:nvSpPr>
        <p:spPr>
          <a:xfrm>
            <a:off x="1901685" y="3021497"/>
            <a:ext cx="1709530" cy="364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Item▼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58FD237-8CAF-4431-A71C-0514FDFA8C67}"/>
              </a:ext>
            </a:extLst>
          </p:cNvPr>
          <p:cNvSpPr/>
          <p:nvPr/>
        </p:nvSpPr>
        <p:spPr>
          <a:xfrm>
            <a:off x="4041912" y="3130827"/>
            <a:ext cx="689113" cy="2054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4F9AD-842E-4900-A5D1-0D9E7DEB87EC}"/>
              </a:ext>
            </a:extLst>
          </p:cNvPr>
          <p:cNvSpPr/>
          <p:nvPr/>
        </p:nvSpPr>
        <p:spPr>
          <a:xfrm>
            <a:off x="1577007" y="3919335"/>
            <a:ext cx="2266123" cy="178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quantity▼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5993453-EA63-443A-AE16-899039328F2D}"/>
              </a:ext>
            </a:extLst>
          </p:cNvPr>
          <p:cNvSpPr/>
          <p:nvPr/>
        </p:nvSpPr>
        <p:spPr>
          <a:xfrm>
            <a:off x="4227442" y="3977313"/>
            <a:ext cx="490331" cy="178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49AE7D-943C-4484-B20A-615EB93AD214}"/>
              </a:ext>
            </a:extLst>
          </p:cNvPr>
          <p:cNvSpPr/>
          <p:nvPr/>
        </p:nvSpPr>
        <p:spPr>
          <a:xfrm>
            <a:off x="1722781" y="4764205"/>
            <a:ext cx="1457740" cy="33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Auto Display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7FA5556-654A-4E9B-844E-48D1651252F9}"/>
              </a:ext>
            </a:extLst>
          </p:cNvPr>
          <p:cNvSpPr/>
          <p:nvPr/>
        </p:nvSpPr>
        <p:spPr>
          <a:xfrm>
            <a:off x="3816625" y="4809715"/>
            <a:ext cx="781878" cy="2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B3503-FED8-41C3-B75E-BAB13FAF65D9}"/>
              </a:ext>
            </a:extLst>
          </p:cNvPr>
          <p:cNvSpPr/>
          <p:nvPr/>
        </p:nvSpPr>
        <p:spPr>
          <a:xfrm>
            <a:off x="1722781" y="5340661"/>
            <a:ext cx="1749289" cy="33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 calculated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8B74928-AC24-41AD-96A7-F9F2F479293D}"/>
              </a:ext>
            </a:extLst>
          </p:cNvPr>
          <p:cNvSpPr/>
          <p:nvPr/>
        </p:nvSpPr>
        <p:spPr>
          <a:xfrm>
            <a:off x="3935895" y="5464045"/>
            <a:ext cx="781878" cy="165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7920F4-A1F5-4C69-A284-DE933FCE942C}"/>
              </a:ext>
            </a:extLst>
          </p:cNvPr>
          <p:cNvSpPr/>
          <p:nvPr/>
        </p:nvSpPr>
        <p:spPr>
          <a:xfrm>
            <a:off x="344557" y="5989983"/>
            <a:ext cx="1749289" cy="347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item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B0E76C-7BB9-4FE5-A603-F69F378228C7}"/>
              </a:ext>
            </a:extLst>
          </p:cNvPr>
          <p:cNvSpPr/>
          <p:nvPr/>
        </p:nvSpPr>
        <p:spPr>
          <a:xfrm>
            <a:off x="3167267" y="6015733"/>
            <a:ext cx="1749289" cy="347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Save purchase</a:t>
            </a:r>
          </a:p>
        </p:txBody>
      </p:sp>
    </p:spTree>
    <p:extLst>
      <p:ext uri="{BB962C8B-B14F-4D97-AF65-F5344CB8AC3E}">
        <p14:creationId xmlns:p14="http://schemas.microsoft.com/office/powerpoint/2010/main" val="368536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282A2-ACD0-4660-AB6B-1602F2D7ACB8}"/>
              </a:ext>
            </a:extLst>
          </p:cNvPr>
          <p:cNvSpPr txBox="1"/>
          <p:nvPr/>
        </p:nvSpPr>
        <p:spPr>
          <a:xfrm>
            <a:off x="-1" y="-1"/>
            <a:ext cx="1208598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 INVENTORY STOCK 		</a:t>
            </a:r>
          </a:p>
          <a:p>
            <a:r>
              <a:rPr lang="en-IN" dirty="0"/>
              <a:t>Item ID :			</a:t>
            </a:r>
          </a:p>
          <a:p>
            <a:endParaRPr lang="en-IN" dirty="0"/>
          </a:p>
          <a:p>
            <a:r>
              <a:rPr lang="en-IN" dirty="0"/>
              <a:t>Item Name            :			 	Editable drop down box</a:t>
            </a:r>
          </a:p>
          <a:p>
            <a:endParaRPr lang="en-IN" dirty="0"/>
          </a:p>
          <a:p>
            <a:r>
              <a:rPr lang="en-IN" dirty="0"/>
              <a:t>Category             :					 Editable drop down box</a:t>
            </a:r>
          </a:p>
          <a:p>
            <a:endParaRPr lang="en-IN" dirty="0"/>
          </a:p>
          <a:p>
            <a:r>
              <a:rPr lang="en-IN" dirty="0"/>
              <a:t>Current Quantity     :			 Text only Read button</a:t>
            </a:r>
          </a:p>
          <a:p>
            <a:endParaRPr lang="en-IN" dirty="0"/>
          </a:p>
          <a:p>
            <a:r>
              <a:rPr lang="en-IN" dirty="0"/>
              <a:t>Add Stock Quantity   :			Text only Read button</a:t>
            </a:r>
          </a:p>
          <a:p>
            <a:endParaRPr lang="en-IN" dirty="0"/>
          </a:p>
          <a:p>
            <a:r>
              <a:rPr lang="en-IN" dirty="0"/>
              <a:t>Unit                 : 			</a:t>
            </a:r>
          </a:p>
          <a:p>
            <a:endParaRPr lang="en-IN" dirty="0"/>
          </a:p>
          <a:p>
            <a:r>
              <a:rPr lang="en-IN" dirty="0"/>
              <a:t>Purchase Price       :			 (Read Only)</a:t>
            </a:r>
          </a:p>
          <a:p>
            <a:endParaRPr lang="en-IN" dirty="0"/>
          </a:p>
          <a:p>
            <a:r>
              <a:rPr lang="en-IN" dirty="0"/>
              <a:t>Last Purchase Date   : 		 (Read Only)</a:t>
            </a:r>
          </a:p>
          <a:p>
            <a:endParaRPr lang="en-IN" dirty="0"/>
          </a:p>
          <a:p>
            <a:r>
              <a:rPr lang="en-IN" dirty="0"/>
              <a:t>Supplier             : 			</a:t>
            </a:r>
          </a:p>
          <a:p>
            <a:endParaRPr lang="en-IN" dirty="0"/>
          </a:p>
          <a:p>
            <a:r>
              <a:rPr lang="en-IN" dirty="0"/>
              <a:t>Minimum Stock Level  :		 (Read Only)</a:t>
            </a:r>
          </a:p>
          <a:p>
            <a:endParaRPr lang="en-IN" dirty="0"/>
          </a:p>
          <a:p>
            <a:r>
              <a:rPr lang="en-IN" dirty="0"/>
              <a:t>Storage Location     : 		 </a:t>
            </a:r>
          </a:p>
          <a:p>
            <a:endParaRPr lang="en-IN" dirty="0"/>
          </a:p>
          <a:p>
            <a:r>
              <a:rPr lang="en-IN" dirty="0"/>
              <a:t>					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F8395-C3E3-4C7C-8CE5-A3AA2CB90E73}"/>
              </a:ext>
            </a:extLst>
          </p:cNvPr>
          <p:cNvSpPr/>
          <p:nvPr/>
        </p:nvSpPr>
        <p:spPr>
          <a:xfrm>
            <a:off x="1007165" y="278296"/>
            <a:ext cx="1683026" cy="318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AutoGenerated</a:t>
            </a:r>
            <a:r>
              <a:rPr lang="en-IN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F56C4-B793-4C32-90B9-8798656793CE}"/>
              </a:ext>
            </a:extLst>
          </p:cNvPr>
          <p:cNvSpPr/>
          <p:nvPr/>
        </p:nvSpPr>
        <p:spPr>
          <a:xfrm>
            <a:off x="1974574" y="940904"/>
            <a:ext cx="1683026" cy="318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Chicken      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02ACC-C877-4CBE-AECE-F369B98C4889}"/>
              </a:ext>
            </a:extLst>
          </p:cNvPr>
          <p:cNvSpPr/>
          <p:nvPr/>
        </p:nvSpPr>
        <p:spPr>
          <a:xfrm>
            <a:off x="1855303" y="1431236"/>
            <a:ext cx="2014331" cy="318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Meat                   ▼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EE6DF63-0286-4E4E-9E4A-4266BD1BA682}"/>
              </a:ext>
            </a:extLst>
          </p:cNvPr>
          <p:cNvSpPr/>
          <p:nvPr/>
        </p:nvSpPr>
        <p:spPr>
          <a:xfrm>
            <a:off x="4002157" y="940904"/>
            <a:ext cx="424069" cy="172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C7185F3-068E-4267-B2AA-B8383BF3EB79}"/>
              </a:ext>
            </a:extLst>
          </p:cNvPr>
          <p:cNvSpPr/>
          <p:nvPr/>
        </p:nvSpPr>
        <p:spPr>
          <a:xfrm>
            <a:off x="4174435" y="1431236"/>
            <a:ext cx="424069" cy="3180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70D013-09EC-4C25-AAC5-25A75B3748FF}"/>
              </a:ext>
            </a:extLst>
          </p:cNvPr>
          <p:cNvSpPr/>
          <p:nvPr/>
        </p:nvSpPr>
        <p:spPr>
          <a:xfrm>
            <a:off x="2160104" y="1961323"/>
            <a:ext cx="1166192" cy="238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D6410F4-26FA-4507-BA02-E7AC58DDC60B}"/>
              </a:ext>
            </a:extLst>
          </p:cNvPr>
          <p:cNvSpPr/>
          <p:nvPr/>
        </p:nvSpPr>
        <p:spPr>
          <a:xfrm>
            <a:off x="3657600" y="1961323"/>
            <a:ext cx="424069" cy="238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6E4DC-A18D-4A9A-AB33-22ACBF5A7DEF}"/>
              </a:ext>
            </a:extLst>
          </p:cNvPr>
          <p:cNvSpPr/>
          <p:nvPr/>
        </p:nvSpPr>
        <p:spPr>
          <a:xfrm>
            <a:off x="2392017" y="2504662"/>
            <a:ext cx="596348" cy="238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BBD0F0A-4B13-419A-93CC-644DEB02A832}"/>
              </a:ext>
            </a:extLst>
          </p:cNvPr>
          <p:cNvSpPr/>
          <p:nvPr/>
        </p:nvSpPr>
        <p:spPr>
          <a:xfrm>
            <a:off x="3432313" y="2557670"/>
            <a:ext cx="622852" cy="1325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38642-5CAD-43A7-AD1E-B960A4158475}"/>
              </a:ext>
            </a:extLst>
          </p:cNvPr>
          <p:cNvSpPr/>
          <p:nvPr/>
        </p:nvSpPr>
        <p:spPr>
          <a:xfrm>
            <a:off x="1745973" y="2915478"/>
            <a:ext cx="1805610" cy="43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Kg                     ▼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5EEB3-AD37-44DE-A3A0-BB918CBA5B03}"/>
              </a:ext>
            </a:extLst>
          </p:cNvPr>
          <p:cNvSpPr/>
          <p:nvPr/>
        </p:nvSpPr>
        <p:spPr>
          <a:xfrm>
            <a:off x="1974574" y="3644348"/>
            <a:ext cx="1179443" cy="265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₹120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CDAFFE-6AA7-4C72-81A4-2B82B2316F16}"/>
              </a:ext>
            </a:extLst>
          </p:cNvPr>
          <p:cNvSpPr/>
          <p:nvPr/>
        </p:nvSpPr>
        <p:spPr>
          <a:xfrm>
            <a:off x="2120347" y="4149649"/>
            <a:ext cx="1391479" cy="304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13.02.2026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355429-8A0A-4E3D-B64E-920086DB9848}"/>
              </a:ext>
            </a:extLst>
          </p:cNvPr>
          <p:cNvSpPr/>
          <p:nvPr/>
        </p:nvSpPr>
        <p:spPr>
          <a:xfrm>
            <a:off x="1745971" y="4559611"/>
            <a:ext cx="2680255" cy="43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Fresh Farm Suppliers   ▼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7E93F6-E7F2-4C26-9290-616E38A07B7E}"/>
              </a:ext>
            </a:extLst>
          </p:cNvPr>
          <p:cNvSpPr/>
          <p:nvPr/>
        </p:nvSpPr>
        <p:spPr>
          <a:xfrm>
            <a:off x="2392017" y="5294243"/>
            <a:ext cx="483705" cy="239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5A988A-F268-4B2D-8EB3-74C88329F08F}"/>
              </a:ext>
            </a:extLst>
          </p:cNvPr>
          <p:cNvSpPr/>
          <p:nvPr/>
        </p:nvSpPr>
        <p:spPr>
          <a:xfrm>
            <a:off x="2193234" y="5599477"/>
            <a:ext cx="1981201" cy="43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Freezer                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64206C-8C5E-4B81-A042-C4F1DEFFAAA2}"/>
              </a:ext>
            </a:extLst>
          </p:cNvPr>
          <p:cNvSpPr/>
          <p:nvPr/>
        </p:nvSpPr>
        <p:spPr>
          <a:xfrm>
            <a:off x="159026" y="6281530"/>
            <a:ext cx="1391478" cy="318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item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6C99D9-E857-4092-BE7C-A7272DCD3243}"/>
              </a:ext>
            </a:extLst>
          </p:cNvPr>
          <p:cNvSpPr/>
          <p:nvPr/>
        </p:nvSpPr>
        <p:spPr>
          <a:xfrm>
            <a:off x="2193234" y="6334543"/>
            <a:ext cx="1676400" cy="318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Update stock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3826DC-8EC9-4517-8CC7-1B45BF4E29C3}"/>
              </a:ext>
            </a:extLst>
          </p:cNvPr>
          <p:cNvSpPr/>
          <p:nvPr/>
        </p:nvSpPr>
        <p:spPr>
          <a:xfrm>
            <a:off x="4512364" y="6270861"/>
            <a:ext cx="1676400" cy="381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Delete item</a:t>
            </a:r>
          </a:p>
        </p:txBody>
      </p:sp>
    </p:spTree>
    <p:extLst>
      <p:ext uri="{BB962C8B-B14F-4D97-AF65-F5344CB8AC3E}">
        <p14:creationId xmlns:p14="http://schemas.microsoft.com/office/powerpoint/2010/main" val="94222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56D78E-2FA4-4A8E-B343-B607DEE7BA48}"/>
              </a:ext>
            </a:extLst>
          </p:cNvPr>
          <p:cNvSpPr txBox="1"/>
          <p:nvPr/>
        </p:nvSpPr>
        <p:spPr>
          <a:xfrm>
            <a:off x="0" y="0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Low Stock Alert</a:t>
            </a:r>
          </a:p>
          <a:p>
            <a:endParaRPr lang="en-IN" dirty="0"/>
          </a:p>
          <a:p>
            <a:r>
              <a:rPr lang="en-IN" dirty="0"/>
              <a:t>Item Name | Category | Quantity | Minimum Level | Status</a:t>
            </a:r>
          </a:p>
          <a:p>
            <a:r>
              <a:rPr lang="en-IN" dirty="0"/>
              <a:t>Chicken   | Meat     | 3 Kg     | 5 Kg          |Low					Table grid form of component</a:t>
            </a:r>
          </a:p>
          <a:p>
            <a:r>
              <a:rPr lang="en-IN" dirty="0"/>
              <a:t>|Tomato    | Vegetable| 2 Kg     | 4 Kg          | LOW</a:t>
            </a:r>
          </a:p>
          <a:p>
            <a:endParaRPr lang="en-IN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573AA12-1117-4F18-9E44-003B60B1EF4C}"/>
              </a:ext>
            </a:extLst>
          </p:cNvPr>
          <p:cNvSpPr/>
          <p:nvPr/>
        </p:nvSpPr>
        <p:spPr>
          <a:xfrm>
            <a:off x="6506817" y="808383"/>
            <a:ext cx="993913" cy="503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3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603A9-78C6-4CE2-BBBA-4D34948DF01C}"/>
              </a:ext>
            </a:extLst>
          </p:cNvPr>
          <p:cNvSpPr txBox="1"/>
          <p:nvPr/>
        </p:nvSpPr>
        <p:spPr>
          <a:xfrm>
            <a:off x="0" y="106017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-------------------------------------------------              STOCK AVAILABILITY</a:t>
            </a:r>
          </a:p>
          <a:p>
            <a:r>
              <a:rPr lang="en-IN" dirty="0"/>
              <a:t>Category   : 		   		 ← Drop-down button</a:t>
            </a:r>
          </a:p>
          <a:p>
            <a:endParaRPr lang="en-IN" dirty="0"/>
          </a:p>
          <a:p>
            <a:r>
              <a:rPr lang="en-IN" dirty="0"/>
              <a:t>Item Name  :			 ← Searchable Drop-down</a:t>
            </a:r>
          </a:p>
          <a:p>
            <a:endParaRPr lang="en-IN" dirty="0"/>
          </a:p>
          <a:p>
            <a:r>
              <a:rPr lang="en-IN" dirty="0"/>
              <a:t>Date       : [📅 Select Date]        ← Date Picker            </a:t>
            </a:r>
          </a:p>
          <a:p>
            <a:r>
              <a:rPr lang="en-IN" dirty="0"/>
              <a:t> 			 </a:t>
            </a:r>
          </a:p>
          <a:p>
            <a:r>
              <a:rPr lang="en-IN" dirty="0"/>
              <a:t>		← Button</a:t>
            </a:r>
          </a:p>
          <a:p>
            <a:endParaRPr lang="en-IN" dirty="0"/>
          </a:p>
          <a:p>
            <a:r>
              <a:rPr lang="en-IN" dirty="0"/>
              <a:t>| Item | Category | Quantity | Unit | Status |-------------------------------------------------</a:t>
            </a:r>
          </a:p>
          <a:p>
            <a:endParaRPr lang="en-IN" dirty="0"/>
          </a:p>
          <a:p>
            <a:r>
              <a:rPr lang="en-IN" dirty="0"/>
              <a:t>| Rice | Grain    | 20       | Kg   | Available |</a:t>
            </a:r>
          </a:p>
          <a:p>
            <a:endParaRPr lang="en-IN" dirty="0"/>
          </a:p>
          <a:p>
            <a:r>
              <a:rPr lang="en-IN" dirty="0"/>
              <a:t>| Milk | Dairy    | 3        | L    | Low Stock |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A3AF74-A424-4013-AA09-7A1E3D4B5642}"/>
              </a:ext>
            </a:extLst>
          </p:cNvPr>
          <p:cNvSpPr/>
          <p:nvPr/>
        </p:nvSpPr>
        <p:spPr>
          <a:xfrm>
            <a:off x="1298714" y="364436"/>
            <a:ext cx="1921564" cy="357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Select Category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A1E307-B553-4022-ACEC-4E87B07921F0}"/>
              </a:ext>
            </a:extLst>
          </p:cNvPr>
          <p:cNvSpPr/>
          <p:nvPr/>
        </p:nvSpPr>
        <p:spPr>
          <a:xfrm>
            <a:off x="1431237" y="954161"/>
            <a:ext cx="1391479" cy="357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Item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BA18F-B482-4D81-8C4F-DEB7CFDC072F}"/>
              </a:ext>
            </a:extLst>
          </p:cNvPr>
          <p:cNvSpPr/>
          <p:nvPr/>
        </p:nvSpPr>
        <p:spPr>
          <a:xfrm>
            <a:off x="198783" y="1953326"/>
            <a:ext cx="980661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75615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9839A-F9C9-40AA-88D8-237629AF92AE}"/>
              </a:ext>
            </a:extLst>
          </p:cNvPr>
          <p:cNvSpPr txBox="1"/>
          <p:nvPr/>
        </p:nvSpPr>
        <p:spPr>
          <a:xfrm>
            <a:off x="0" y="145774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		KITCHEN ISSUE SCREEN</a:t>
            </a:r>
          </a:p>
          <a:p>
            <a:r>
              <a:rPr lang="en-IN" dirty="0"/>
              <a:t>Issue ID            :				(Read Only)</a:t>
            </a:r>
          </a:p>
          <a:p>
            <a:r>
              <a:rPr lang="en-IN" dirty="0"/>
              <a:t>Date                : 			</a:t>
            </a:r>
          </a:p>
          <a:p>
            <a:endParaRPr lang="en-IN" dirty="0"/>
          </a:p>
          <a:p>
            <a:r>
              <a:rPr lang="en-IN" dirty="0"/>
              <a:t>Chef Name           :					 Editable drop down box</a:t>
            </a:r>
          </a:p>
          <a:p>
            <a:endParaRPr lang="en-IN" dirty="0"/>
          </a:p>
          <a:p>
            <a:r>
              <a:rPr lang="en-IN" dirty="0"/>
              <a:t>Dish Name           :					 Editable drop down box</a:t>
            </a:r>
          </a:p>
          <a:p>
            <a:endParaRPr lang="en-IN" dirty="0"/>
          </a:p>
          <a:p>
            <a:r>
              <a:rPr lang="en-IN" dirty="0"/>
              <a:t>Issued By           : 				-&gt;Text read only box</a:t>
            </a:r>
          </a:p>
          <a:p>
            <a:endParaRPr lang="en-IN" dirty="0"/>
          </a:p>
          <a:p>
            <a:r>
              <a:rPr lang="en-IN" dirty="0"/>
              <a:t>	RAW MATERIAL ENTRY SECTION</a:t>
            </a:r>
          </a:p>
          <a:p>
            <a:endParaRPr lang="en-IN" dirty="0"/>
          </a:p>
          <a:p>
            <a:r>
              <a:rPr lang="en-IN" dirty="0"/>
              <a:t>Raw Material Name   : 			-&gt; Editable drop down box</a:t>
            </a:r>
          </a:p>
          <a:p>
            <a:endParaRPr lang="en-IN" dirty="0"/>
          </a:p>
          <a:p>
            <a:r>
              <a:rPr lang="en-IN" dirty="0"/>
              <a:t>Quantity Issued     : 		</a:t>
            </a:r>
          </a:p>
          <a:p>
            <a:endParaRPr lang="en-IN" dirty="0"/>
          </a:p>
          <a:p>
            <a:r>
              <a:rPr lang="en-IN" dirty="0"/>
              <a:t>Unit                : 			-&gt;Read only text</a:t>
            </a:r>
          </a:p>
          <a:p>
            <a:endParaRPr lang="en-IN" dirty="0"/>
          </a:p>
          <a:p>
            <a:r>
              <a:rPr lang="en-IN" dirty="0"/>
              <a:t>Available Stock     : 			-&gt;Read only text</a:t>
            </a:r>
          </a:p>
          <a:p>
            <a:endParaRPr lang="en-IN" dirty="0"/>
          </a:p>
          <a:p>
            <a:r>
              <a:rPr lang="en-IN" dirty="0"/>
              <a:t>Remaining Stock     : 			-&gt; Read only text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					 Buttons</a:t>
            </a:r>
          </a:p>
          <a:p>
            <a:r>
              <a:rPr lang="en-IN" dirty="0"/>
              <a:t>			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7A1C2-1372-45D1-B45D-B55C4C694A88}"/>
              </a:ext>
            </a:extLst>
          </p:cNvPr>
          <p:cNvSpPr/>
          <p:nvPr/>
        </p:nvSpPr>
        <p:spPr>
          <a:xfrm>
            <a:off x="1815548" y="404190"/>
            <a:ext cx="2186609" cy="284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 GENERATED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CE212-1E16-40D8-B7B6-34E45B71D0C3}"/>
              </a:ext>
            </a:extLst>
          </p:cNvPr>
          <p:cNvSpPr/>
          <p:nvPr/>
        </p:nvSpPr>
        <p:spPr>
          <a:xfrm>
            <a:off x="1848677" y="775251"/>
            <a:ext cx="1437861" cy="284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079C9-3CC4-4683-AAA3-E1F2479E20B6}"/>
              </a:ext>
            </a:extLst>
          </p:cNvPr>
          <p:cNvSpPr/>
          <p:nvPr/>
        </p:nvSpPr>
        <p:spPr>
          <a:xfrm>
            <a:off x="1961322" y="1212573"/>
            <a:ext cx="1709530" cy="284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Chef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55EC1-AE64-451D-AF56-F0EE4CBC4745}"/>
              </a:ext>
            </a:extLst>
          </p:cNvPr>
          <p:cNvSpPr/>
          <p:nvPr/>
        </p:nvSpPr>
        <p:spPr>
          <a:xfrm>
            <a:off x="1924876" y="1835426"/>
            <a:ext cx="1285461" cy="284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Dish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620AD1C-95BD-45B0-AAC7-089C94B13C9E}"/>
              </a:ext>
            </a:extLst>
          </p:cNvPr>
          <p:cNvSpPr/>
          <p:nvPr/>
        </p:nvSpPr>
        <p:spPr>
          <a:xfrm>
            <a:off x="4174435" y="1212573"/>
            <a:ext cx="543339" cy="284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749C3-91D9-4A0F-9075-604D5FC1165F}"/>
              </a:ext>
            </a:extLst>
          </p:cNvPr>
          <p:cNvSpPr/>
          <p:nvPr/>
        </p:nvSpPr>
        <p:spPr>
          <a:xfrm>
            <a:off x="1815548" y="2347069"/>
            <a:ext cx="1974574" cy="409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Storekeeper Name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F044F-9141-4AF6-937A-2D84E316A258}"/>
              </a:ext>
            </a:extLst>
          </p:cNvPr>
          <p:cNvSpPr/>
          <p:nvPr/>
        </p:nvSpPr>
        <p:spPr>
          <a:xfrm>
            <a:off x="2292625" y="3429000"/>
            <a:ext cx="2186609" cy="349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Raw Material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696F00-1872-408E-B604-C0CBAF84C4F0}"/>
              </a:ext>
            </a:extLst>
          </p:cNvPr>
          <p:cNvSpPr/>
          <p:nvPr/>
        </p:nvSpPr>
        <p:spPr>
          <a:xfrm>
            <a:off x="2027583" y="3926896"/>
            <a:ext cx="1974574" cy="349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Enter Quantity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14184C-C78B-45B1-B5B1-83E6816D55A9}"/>
              </a:ext>
            </a:extLst>
          </p:cNvPr>
          <p:cNvSpPr/>
          <p:nvPr/>
        </p:nvSpPr>
        <p:spPr>
          <a:xfrm>
            <a:off x="1524000" y="4510931"/>
            <a:ext cx="1762538" cy="349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 Display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BD7919-C836-4B3B-93B1-A7AE7F71E458}"/>
              </a:ext>
            </a:extLst>
          </p:cNvPr>
          <p:cNvSpPr/>
          <p:nvPr/>
        </p:nvSpPr>
        <p:spPr>
          <a:xfrm>
            <a:off x="1961322" y="5102087"/>
            <a:ext cx="1537252" cy="344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Auto Display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1849D5-427C-494B-80E9-7DB1162D0C08}"/>
              </a:ext>
            </a:extLst>
          </p:cNvPr>
          <p:cNvSpPr/>
          <p:nvPr/>
        </p:nvSpPr>
        <p:spPr>
          <a:xfrm>
            <a:off x="2027583" y="5645427"/>
            <a:ext cx="2186609" cy="344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 Calculate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6D2709-AD81-4902-A5BC-497331141208}"/>
              </a:ext>
            </a:extLst>
          </p:cNvPr>
          <p:cNvSpPr/>
          <p:nvPr/>
        </p:nvSpPr>
        <p:spPr>
          <a:xfrm>
            <a:off x="159026" y="6281530"/>
            <a:ext cx="1046922" cy="25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Add Item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5EA11-D6EC-48E3-9A6F-E47EEE8B0EB2}"/>
              </a:ext>
            </a:extLst>
          </p:cNvPr>
          <p:cNvSpPr/>
          <p:nvPr/>
        </p:nvSpPr>
        <p:spPr>
          <a:xfrm>
            <a:off x="2027583" y="6281530"/>
            <a:ext cx="1470991" cy="25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Clear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67ED114-C923-4586-B3BA-8E56602A46FF}"/>
              </a:ext>
            </a:extLst>
          </p:cNvPr>
          <p:cNvSpPr/>
          <p:nvPr/>
        </p:nvSpPr>
        <p:spPr>
          <a:xfrm>
            <a:off x="4002157" y="6281530"/>
            <a:ext cx="477077" cy="236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0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5C416-DB1A-45F5-A601-408CEAD35024}"/>
              </a:ext>
            </a:extLst>
          </p:cNvPr>
          <p:cNvSpPr txBox="1"/>
          <p:nvPr/>
        </p:nvSpPr>
        <p:spPr>
          <a:xfrm>
            <a:off x="0" y="397566"/>
            <a:ext cx="117016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ISSUED ITEMS</a:t>
            </a:r>
          </a:p>
          <a:p>
            <a:r>
              <a:rPr lang="en-IN" dirty="0"/>
              <a:t> TABLE---------------------------------------------------------------------------</a:t>
            </a:r>
          </a:p>
          <a:p>
            <a:r>
              <a:rPr lang="en-IN" dirty="0"/>
              <a:t>| Raw Material Name | Quantity Issued | Unit | Available Stock | Remaining Stock |		  Table grid</a:t>
            </a:r>
          </a:p>
          <a:p>
            <a:endParaRPr lang="en-IN" dirty="0"/>
          </a:p>
          <a:p>
            <a:r>
              <a:rPr lang="en-IN" dirty="0"/>
              <a:t>| Rice              | 5               | Kg   | 50              | 45              |</a:t>
            </a:r>
          </a:p>
          <a:p>
            <a:endParaRPr lang="en-IN" dirty="0"/>
          </a:p>
          <a:p>
            <a:r>
              <a:rPr lang="en-IN" dirty="0"/>
              <a:t>| Tomato            | 3               | Kg   | 20              | 17              |</a:t>
            </a:r>
          </a:p>
          <a:p>
            <a:endParaRPr lang="en-IN" dirty="0"/>
          </a:p>
          <a:p>
            <a:r>
              <a:rPr lang="en-IN" dirty="0"/>
              <a:t>| Oil               | 2               | </a:t>
            </a:r>
            <a:r>
              <a:rPr lang="en-IN" dirty="0" err="1"/>
              <a:t>Ltr</a:t>
            </a:r>
            <a:r>
              <a:rPr lang="en-IN" dirty="0"/>
              <a:t>  | 10              | 8               |---------------------------------------------------------------------------         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  				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53094AE-C29F-42D0-8A68-5E9BC688E86D}"/>
              </a:ext>
            </a:extLst>
          </p:cNvPr>
          <p:cNvSpPr/>
          <p:nvPr/>
        </p:nvSpPr>
        <p:spPr>
          <a:xfrm>
            <a:off x="8309113" y="954156"/>
            <a:ext cx="768626" cy="490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F8328-9E93-4DD6-BFD7-B59E2179ED9D}"/>
              </a:ext>
            </a:extLst>
          </p:cNvPr>
          <p:cNvSpPr/>
          <p:nvPr/>
        </p:nvSpPr>
        <p:spPr>
          <a:xfrm>
            <a:off x="0" y="3429000"/>
            <a:ext cx="1868557" cy="347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Remove selected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7D5928-14CB-473F-B3B6-BBA2BC95F270}"/>
              </a:ext>
            </a:extLst>
          </p:cNvPr>
          <p:cNvSpPr/>
          <p:nvPr/>
        </p:nvSpPr>
        <p:spPr>
          <a:xfrm>
            <a:off x="2160104" y="3429000"/>
            <a:ext cx="1590261" cy="347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Submit Issue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E38FD0-284C-438D-A2D4-E08495386C46}"/>
              </a:ext>
            </a:extLst>
          </p:cNvPr>
          <p:cNvSpPr/>
          <p:nvPr/>
        </p:nvSpPr>
        <p:spPr>
          <a:xfrm>
            <a:off x="4041913" y="3429000"/>
            <a:ext cx="1470991" cy="347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150342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E282E-7076-4098-8AED-63144897BAB8}"/>
              </a:ext>
            </a:extLst>
          </p:cNvPr>
          <p:cNvSpPr txBox="1"/>
          <p:nvPr/>
        </p:nvSpPr>
        <p:spPr>
          <a:xfrm>
            <a:off x="0" y="159026"/>
            <a:ext cx="1219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	FOOD PREPARATION</a:t>
            </a:r>
          </a:p>
          <a:p>
            <a:r>
              <a:rPr lang="en-IN" dirty="0"/>
              <a:t>Preparation ID    : 			 (Read-Only)</a:t>
            </a:r>
          </a:p>
          <a:p>
            <a:endParaRPr lang="en-IN" dirty="0"/>
          </a:p>
          <a:p>
            <a:r>
              <a:rPr lang="en-IN" dirty="0"/>
              <a:t>Dish Name         : 			-&gt; Editable drop down button</a:t>
            </a:r>
          </a:p>
          <a:p>
            <a:endParaRPr lang="en-IN" dirty="0"/>
          </a:p>
          <a:p>
            <a:r>
              <a:rPr lang="en-IN" dirty="0"/>
              <a:t>Ingredients Used  :				-&gt; read only text field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Quantity Prepared : 		-&gt; Number field text </a:t>
            </a:r>
          </a:p>
          <a:p>
            <a:endParaRPr lang="en-IN" dirty="0"/>
          </a:p>
          <a:p>
            <a:r>
              <a:rPr lang="en-IN" dirty="0"/>
              <a:t>Preparation Time  : [ 10:30 AM ]   -&gt; Time picker </a:t>
            </a:r>
          </a:p>
          <a:p>
            <a:endParaRPr lang="en-IN" dirty="0"/>
          </a:p>
          <a:p>
            <a:r>
              <a:rPr lang="en-IN" dirty="0"/>
              <a:t>Prepared By       :			 (Read-Only)</a:t>
            </a:r>
          </a:p>
          <a:p>
            <a:endParaRPr lang="en-IN" dirty="0"/>
          </a:p>
          <a:p>
            <a:r>
              <a:rPr lang="en-IN" dirty="0"/>
              <a:t>Status            :				-&gt;  Editable drop down button box	</a:t>
            </a:r>
          </a:p>
          <a:p>
            <a:endParaRPr lang="en-IN" dirty="0"/>
          </a:p>
          <a:p>
            <a:r>
              <a:rPr lang="en-IN" dirty="0"/>
              <a:t>					  				 	</a:t>
            </a:r>
          </a:p>
          <a:p>
            <a:endParaRPr lang="en-IN" dirty="0"/>
          </a:p>
          <a:p>
            <a:r>
              <a:rPr lang="en-IN" dirty="0"/>
              <a:t>Preparation List:----------------------------------------------------------------------------------------------------</a:t>
            </a:r>
          </a:p>
          <a:p>
            <a:r>
              <a:rPr lang="en-IN" dirty="0"/>
              <a:t>| Preparation ID | Dish Name | Ingredients Used | Quantity Prepared | Time     | Prepared By | Status |----------------------------------</a:t>
            </a:r>
          </a:p>
          <a:p>
            <a:endParaRPr lang="en-IN" dirty="0"/>
          </a:p>
          <a:p>
            <a:r>
              <a:rPr lang="en-IN" dirty="0"/>
              <a:t>| FP001          | Fried Rice| Rice, Veg, Oil   | 10                | 10:30 AM | Chef Kumar  | Ready  |</a:t>
            </a:r>
          </a:p>
          <a:p>
            <a:r>
              <a:rPr lang="en-IN" dirty="0"/>
              <a:t>| FP002          | Noodles   | Noodles, Sauce   | 5                 | 11:00 AM | Chef Arun   | Preparing 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A7217-6C11-4DED-8283-C4B3C7FC325F}"/>
              </a:ext>
            </a:extLst>
          </p:cNvPr>
          <p:cNvSpPr/>
          <p:nvPr/>
        </p:nvSpPr>
        <p:spPr>
          <a:xfrm>
            <a:off x="1802296" y="530087"/>
            <a:ext cx="1205947" cy="212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FP001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296B9-4675-4356-B0C6-11EB1B0A7893}"/>
              </a:ext>
            </a:extLst>
          </p:cNvPr>
          <p:cNvSpPr/>
          <p:nvPr/>
        </p:nvSpPr>
        <p:spPr>
          <a:xfrm>
            <a:off x="1802296" y="1060173"/>
            <a:ext cx="1351721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Dish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01705-36A2-42F1-9E52-CE76ABDF0E74}"/>
              </a:ext>
            </a:extLst>
          </p:cNvPr>
          <p:cNvSpPr/>
          <p:nvPr/>
        </p:nvSpPr>
        <p:spPr>
          <a:xfrm>
            <a:off x="2001078" y="1457737"/>
            <a:ext cx="2305878" cy="450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Tomato, Onion, Chicken...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07B190-1F6F-412B-8FE2-920FBDC58F28}"/>
              </a:ext>
            </a:extLst>
          </p:cNvPr>
          <p:cNvSpPr/>
          <p:nvPr/>
        </p:nvSpPr>
        <p:spPr>
          <a:xfrm>
            <a:off x="2146852" y="2385391"/>
            <a:ext cx="1007165" cy="172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A36B0-B8B8-4AF4-BBCE-17E8A5780350}"/>
              </a:ext>
            </a:extLst>
          </p:cNvPr>
          <p:cNvSpPr/>
          <p:nvPr/>
        </p:nvSpPr>
        <p:spPr>
          <a:xfrm>
            <a:off x="1802295" y="3483441"/>
            <a:ext cx="1444487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Chef Kumar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729DCA-1CE4-4A9A-B711-4B7BD5EA21AF}"/>
              </a:ext>
            </a:extLst>
          </p:cNvPr>
          <p:cNvSpPr/>
          <p:nvPr/>
        </p:nvSpPr>
        <p:spPr>
          <a:xfrm>
            <a:off x="1590261" y="4026779"/>
            <a:ext cx="2107096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Preparing / Ready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1D5EC2-508F-4BE9-84C3-328CC9143C53}"/>
              </a:ext>
            </a:extLst>
          </p:cNvPr>
          <p:cNvSpPr/>
          <p:nvPr/>
        </p:nvSpPr>
        <p:spPr>
          <a:xfrm>
            <a:off x="159026" y="4638261"/>
            <a:ext cx="1842052" cy="424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Start Preparation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A1198-EE06-496F-9008-835D2FE4925C}"/>
              </a:ext>
            </a:extLst>
          </p:cNvPr>
          <p:cNvSpPr/>
          <p:nvPr/>
        </p:nvSpPr>
        <p:spPr>
          <a:xfrm>
            <a:off x="2438400" y="4666744"/>
            <a:ext cx="1722782" cy="348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Update Status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48A3F-B505-4006-8D78-84F98FFA6803}"/>
              </a:ext>
            </a:extLst>
          </p:cNvPr>
          <p:cNvSpPr/>
          <p:nvPr/>
        </p:nvSpPr>
        <p:spPr>
          <a:xfrm>
            <a:off x="4625009" y="4666744"/>
            <a:ext cx="1192695" cy="348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Save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02057-4942-4DA9-8AE8-BD46197C0ACF}"/>
              </a:ext>
            </a:extLst>
          </p:cNvPr>
          <p:cNvSpPr/>
          <p:nvPr/>
        </p:nvSpPr>
        <p:spPr>
          <a:xfrm>
            <a:off x="6281531" y="4666744"/>
            <a:ext cx="1391478" cy="348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Clear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58D1CA-F286-428D-84EF-02CB6309055E}"/>
              </a:ext>
            </a:extLst>
          </p:cNvPr>
          <p:cNvSpPr/>
          <p:nvPr/>
        </p:nvSpPr>
        <p:spPr>
          <a:xfrm>
            <a:off x="7938052" y="4666744"/>
            <a:ext cx="2332383" cy="348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Preparation List </a:t>
            </a:r>
          </a:p>
        </p:txBody>
      </p:sp>
    </p:spTree>
    <p:extLst>
      <p:ext uri="{BB962C8B-B14F-4D97-AF65-F5344CB8AC3E}">
        <p14:creationId xmlns:p14="http://schemas.microsoft.com/office/powerpoint/2010/main" val="147062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23E8E-734C-4615-8EC7-E1752BAAD958}"/>
              </a:ext>
            </a:extLst>
          </p:cNvPr>
          <p:cNvSpPr txBox="1"/>
          <p:nvPr/>
        </p:nvSpPr>
        <p:spPr>
          <a:xfrm>
            <a:off x="-13252" y="159026"/>
            <a:ext cx="1219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		ORDER ENTRY</a:t>
            </a:r>
          </a:p>
          <a:p>
            <a:r>
              <a:rPr lang="en-IN" dirty="0"/>
              <a:t>Order ID         :					</a:t>
            </a:r>
          </a:p>
          <a:p>
            <a:endParaRPr lang="en-IN" dirty="0"/>
          </a:p>
          <a:p>
            <a:r>
              <a:rPr lang="en-IN" dirty="0"/>
              <a:t>Table Number     :		 	-&gt;	Combo Box </a:t>
            </a:r>
          </a:p>
          <a:p>
            <a:endParaRPr lang="en-IN" dirty="0"/>
          </a:p>
          <a:p>
            <a:r>
              <a:rPr lang="en-IN" dirty="0"/>
              <a:t>Waiter Name      : 				</a:t>
            </a:r>
          </a:p>
          <a:p>
            <a:endParaRPr lang="en-IN" dirty="0"/>
          </a:p>
          <a:p>
            <a:r>
              <a:rPr lang="en-IN" dirty="0"/>
              <a:t>No. of Persons   :		 	-&gt; [ Numeric Text Field / Spinner ]</a:t>
            </a:r>
          </a:p>
          <a:p>
            <a:endParaRPr lang="en-IN" dirty="0"/>
          </a:p>
          <a:p>
            <a:r>
              <a:rPr lang="en-IN" dirty="0"/>
              <a:t>Order Type       : 			-&gt;[ ( ) Dine-in   ( ) Takeaway ]                    </a:t>
            </a:r>
          </a:p>
          <a:p>
            <a:endParaRPr lang="en-IN" dirty="0"/>
          </a:p>
          <a:p>
            <a:r>
              <a:rPr lang="en-IN" dirty="0"/>
              <a:t>ADD ORDER ITEMS</a:t>
            </a:r>
          </a:p>
          <a:p>
            <a:endParaRPr lang="en-IN" dirty="0"/>
          </a:p>
          <a:p>
            <a:r>
              <a:rPr lang="en-IN" dirty="0"/>
              <a:t>Dish Name        : 			-&gt;[ Searchable Combo Box ]</a:t>
            </a:r>
          </a:p>
          <a:p>
            <a:endParaRPr lang="en-IN" dirty="0"/>
          </a:p>
          <a:p>
            <a:r>
              <a:rPr lang="en-IN" dirty="0"/>
              <a:t>Quantity         :		 [ Numeric Text Field / Spinner ]</a:t>
            </a:r>
          </a:p>
          <a:p>
            <a:endParaRPr lang="en-IN" dirty="0"/>
          </a:p>
          <a:p>
            <a:r>
              <a:rPr lang="en-IN" dirty="0"/>
              <a:t>Price            : 		[ Read-only Text Field ]</a:t>
            </a:r>
          </a:p>
          <a:p>
            <a:endParaRPr lang="en-IN" dirty="0"/>
          </a:p>
          <a:p>
            <a:r>
              <a:rPr lang="en-IN" dirty="0"/>
              <a:t>Total Price      : 		[ Read-only Text Field ]     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							]            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9A7B58-7D23-4D82-A738-C4FA53A308B8}"/>
              </a:ext>
            </a:extLst>
          </p:cNvPr>
          <p:cNvSpPr/>
          <p:nvPr/>
        </p:nvSpPr>
        <p:spPr>
          <a:xfrm>
            <a:off x="1643270" y="512665"/>
            <a:ext cx="2743200" cy="308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Auto-generated Text Field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AD06BE-7D36-4D96-957F-0BC77400587A}"/>
              </a:ext>
            </a:extLst>
          </p:cNvPr>
          <p:cNvSpPr/>
          <p:nvPr/>
        </p:nvSpPr>
        <p:spPr>
          <a:xfrm>
            <a:off x="1895060" y="1020789"/>
            <a:ext cx="1007165" cy="308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2EA50-669D-425B-9426-31F4FA254EF3}"/>
              </a:ext>
            </a:extLst>
          </p:cNvPr>
          <p:cNvSpPr/>
          <p:nvPr/>
        </p:nvSpPr>
        <p:spPr>
          <a:xfrm>
            <a:off x="1895059" y="1616765"/>
            <a:ext cx="2160105" cy="308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Read-only Text Field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C9458-4146-4409-AE79-9297E76208CB}"/>
              </a:ext>
            </a:extLst>
          </p:cNvPr>
          <p:cNvSpPr/>
          <p:nvPr/>
        </p:nvSpPr>
        <p:spPr>
          <a:xfrm>
            <a:off x="1835425" y="2124889"/>
            <a:ext cx="1179445" cy="308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0A7BC-5227-4093-93D0-DD9746823234}"/>
              </a:ext>
            </a:extLst>
          </p:cNvPr>
          <p:cNvSpPr/>
          <p:nvPr/>
        </p:nvSpPr>
        <p:spPr>
          <a:xfrm>
            <a:off x="1742660" y="2557298"/>
            <a:ext cx="1716158" cy="508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Editable drop down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4BE7B-0951-456F-8A99-68186E7AC5D4}"/>
              </a:ext>
            </a:extLst>
          </p:cNvPr>
          <p:cNvSpPr/>
          <p:nvPr/>
        </p:nvSpPr>
        <p:spPr>
          <a:xfrm>
            <a:off x="1742660" y="3707667"/>
            <a:ext cx="1477618" cy="3661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poori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58BAF-FF8D-49B9-AD9A-2005D074CBBB}"/>
              </a:ext>
            </a:extLst>
          </p:cNvPr>
          <p:cNvSpPr/>
          <p:nvPr/>
        </p:nvSpPr>
        <p:spPr>
          <a:xfrm>
            <a:off x="1643270" y="4333461"/>
            <a:ext cx="940904" cy="308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C8B40-BF87-489F-8339-12FD904764F5}"/>
              </a:ext>
            </a:extLst>
          </p:cNvPr>
          <p:cNvSpPr/>
          <p:nvPr/>
        </p:nvSpPr>
        <p:spPr>
          <a:xfrm>
            <a:off x="1550504" y="4929809"/>
            <a:ext cx="848139" cy="212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A8BD50-D485-4286-AEDC-3CCAC30FDA76}"/>
              </a:ext>
            </a:extLst>
          </p:cNvPr>
          <p:cNvSpPr/>
          <p:nvPr/>
        </p:nvSpPr>
        <p:spPr>
          <a:xfrm>
            <a:off x="1643270" y="5459896"/>
            <a:ext cx="755373" cy="377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E05A5-F5B6-4E8A-A243-106380C6210A}"/>
              </a:ext>
            </a:extLst>
          </p:cNvPr>
          <p:cNvSpPr/>
          <p:nvPr/>
        </p:nvSpPr>
        <p:spPr>
          <a:xfrm>
            <a:off x="172278" y="6162261"/>
            <a:ext cx="1570382" cy="377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Add Item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227F9-A1E9-456A-9675-D48EB091C4D0}"/>
              </a:ext>
            </a:extLst>
          </p:cNvPr>
          <p:cNvSpPr/>
          <p:nvPr/>
        </p:nvSpPr>
        <p:spPr>
          <a:xfrm>
            <a:off x="2266122" y="6162261"/>
            <a:ext cx="1477618" cy="414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Remove Item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342D43-3DB3-4DCB-8D7F-EF85907AFB7A}"/>
              </a:ext>
            </a:extLst>
          </p:cNvPr>
          <p:cNvSpPr/>
          <p:nvPr/>
        </p:nvSpPr>
        <p:spPr>
          <a:xfrm>
            <a:off x="4280452" y="6162261"/>
            <a:ext cx="1603513" cy="377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Clear</a:t>
            </a:r>
          </a:p>
        </p:txBody>
      </p:sp>
    </p:spTree>
    <p:extLst>
      <p:ext uri="{BB962C8B-B14F-4D97-AF65-F5344CB8AC3E}">
        <p14:creationId xmlns:p14="http://schemas.microsoft.com/office/powerpoint/2010/main" val="251767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69C263-3F18-4387-B9B1-5AE00EE32150}"/>
              </a:ext>
            </a:extLst>
          </p:cNvPr>
          <p:cNvSpPr txBox="1"/>
          <p:nvPr/>
        </p:nvSpPr>
        <p:spPr>
          <a:xfrm>
            <a:off x="0" y="92765"/>
            <a:ext cx="91174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 ITEM LIST</a:t>
            </a:r>
          </a:p>
          <a:p>
            <a:r>
              <a:rPr lang="en-IN" dirty="0"/>
              <a:t>| Dish Name | Quantity | Price | Total Price            |</a:t>
            </a:r>
          </a:p>
          <a:p>
            <a:r>
              <a:rPr lang="en-IN" dirty="0"/>
              <a:t>| Biryani   | 2        | 150   | 300                   |</a:t>
            </a:r>
          </a:p>
          <a:p>
            <a:r>
              <a:rPr lang="en-IN" dirty="0"/>
              <a:t>| Juice     | 1        | 50    | 50                     |</a:t>
            </a:r>
          </a:p>
          <a:p>
            <a:endParaRPr lang="en-IN" dirty="0"/>
          </a:p>
          <a:p>
            <a:r>
              <a:rPr lang="en-IN" dirty="0"/>
              <a:t>Order Time       :				 [Text Field ]</a:t>
            </a:r>
          </a:p>
          <a:p>
            <a:endParaRPr lang="en-IN" dirty="0"/>
          </a:p>
          <a:p>
            <a:r>
              <a:rPr lang="en-IN" dirty="0"/>
              <a:t>Serving Time     : 			[Text Field ]</a:t>
            </a:r>
          </a:p>
          <a:p>
            <a:endParaRPr lang="en-IN" dirty="0"/>
          </a:p>
          <a:p>
            <a:r>
              <a:rPr lang="en-IN" dirty="0"/>
              <a:t>Served By        : 			  Combo Box ] </a:t>
            </a:r>
          </a:p>
          <a:p>
            <a:endParaRPr lang="en-IN" dirty="0"/>
          </a:p>
          <a:p>
            <a:r>
              <a:rPr lang="en-IN" dirty="0"/>
              <a:t>				 				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608244-D868-4931-B987-385950B64D52}"/>
              </a:ext>
            </a:extLst>
          </p:cNvPr>
          <p:cNvSpPr/>
          <p:nvPr/>
        </p:nvSpPr>
        <p:spPr>
          <a:xfrm>
            <a:off x="1683026" y="1351722"/>
            <a:ext cx="2319130" cy="424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Auto-generated Date-Time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B82CA4-EF90-417C-A113-E50D61C49ADB}"/>
              </a:ext>
            </a:extLst>
          </p:cNvPr>
          <p:cNvSpPr/>
          <p:nvPr/>
        </p:nvSpPr>
        <p:spPr>
          <a:xfrm>
            <a:off x="1683026" y="2038816"/>
            <a:ext cx="1696278" cy="31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Time Picker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21280-053E-4094-8E07-90AAE5B06EA4}"/>
              </a:ext>
            </a:extLst>
          </p:cNvPr>
          <p:cNvSpPr/>
          <p:nvPr/>
        </p:nvSpPr>
        <p:spPr>
          <a:xfrm>
            <a:off x="1683026" y="2676939"/>
            <a:ext cx="1391478" cy="357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Waiter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B9DDB-BBE9-4535-B147-3D5EBA2E386E}"/>
              </a:ext>
            </a:extLst>
          </p:cNvPr>
          <p:cNvSpPr/>
          <p:nvPr/>
        </p:nvSpPr>
        <p:spPr>
          <a:xfrm>
            <a:off x="357808" y="3241735"/>
            <a:ext cx="1325218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Place 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E3E2CC-C0D7-453D-99FA-151A04D039E3}"/>
              </a:ext>
            </a:extLst>
          </p:cNvPr>
          <p:cNvSpPr/>
          <p:nvPr/>
        </p:nvSpPr>
        <p:spPr>
          <a:xfrm>
            <a:off x="2345634" y="3273352"/>
            <a:ext cx="1457739" cy="410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Update Order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ADC6C6-2832-444D-BC5A-3DF966A5910B}"/>
              </a:ext>
            </a:extLst>
          </p:cNvPr>
          <p:cNvSpPr/>
          <p:nvPr/>
        </p:nvSpPr>
        <p:spPr>
          <a:xfrm>
            <a:off x="357808" y="3975652"/>
            <a:ext cx="1497496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cancel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105F1B-5B8C-4549-AC3F-6C307C083F29}"/>
              </a:ext>
            </a:extLst>
          </p:cNvPr>
          <p:cNvSpPr/>
          <p:nvPr/>
        </p:nvSpPr>
        <p:spPr>
          <a:xfrm>
            <a:off x="2623930" y="3988904"/>
            <a:ext cx="1842053" cy="54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View order details</a:t>
            </a:r>
          </a:p>
        </p:txBody>
      </p:sp>
    </p:spTree>
    <p:extLst>
      <p:ext uri="{BB962C8B-B14F-4D97-AF65-F5344CB8AC3E}">
        <p14:creationId xmlns:p14="http://schemas.microsoft.com/office/powerpoint/2010/main" val="558750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DF1A3-3FA2-464F-961F-3BA14FC82D4E}"/>
              </a:ext>
            </a:extLst>
          </p:cNvPr>
          <p:cNvSpPr txBox="1"/>
          <p:nvPr/>
        </p:nvSpPr>
        <p:spPr>
          <a:xfrm>
            <a:off x="0" y="106018"/>
            <a:ext cx="123775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clicking view order details button		VIEW ORDER DETAILS</a:t>
            </a:r>
          </a:p>
          <a:p>
            <a:endParaRPr lang="en-US" dirty="0"/>
          </a:p>
          <a:p>
            <a:r>
              <a:rPr lang="en-US" dirty="0"/>
              <a:t>Order ID         :	 	[ Read-only Text Field ]</a:t>
            </a:r>
          </a:p>
          <a:p>
            <a:endParaRPr lang="en-US" dirty="0"/>
          </a:p>
          <a:p>
            <a:r>
              <a:rPr lang="en-US" dirty="0"/>
              <a:t>Table Number     : 			[ Read-only Text Field ]</a:t>
            </a:r>
          </a:p>
          <a:p>
            <a:endParaRPr lang="en-US" dirty="0"/>
          </a:p>
          <a:p>
            <a:r>
              <a:rPr lang="en-US" dirty="0"/>
              <a:t>Waiter Name      : 			[ Read-only Text Field ]</a:t>
            </a:r>
          </a:p>
          <a:p>
            <a:endParaRPr lang="en-US" dirty="0"/>
          </a:p>
          <a:p>
            <a:r>
              <a:rPr lang="en-US" dirty="0"/>
              <a:t>No. of Persons   :			 [ Read-only Text Field ]</a:t>
            </a:r>
          </a:p>
          <a:p>
            <a:endParaRPr lang="en-US" dirty="0"/>
          </a:p>
          <a:p>
            <a:r>
              <a:rPr lang="en-US" dirty="0"/>
              <a:t>Order Type       :			 [ Read-only Text Field ]</a:t>
            </a:r>
          </a:p>
          <a:p>
            <a:endParaRPr lang="en-US" dirty="0"/>
          </a:p>
          <a:p>
            <a:r>
              <a:rPr lang="en-US" dirty="0"/>
              <a:t>Order Time       : 			[ Read-only Text Field ]</a:t>
            </a:r>
          </a:p>
          <a:p>
            <a:endParaRPr lang="en-US" dirty="0"/>
          </a:p>
          <a:p>
            <a:r>
              <a:rPr lang="en-US" dirty="0"/>
              <a:t>Serving Time     : 			[ Read-only Text Field </a:t>
            </a:r>
          </a:p>
          <a:p>
            <a:endParaRPr lang="en-US" dirty="0"/>
          </a:p>
          <a:p>
            <a:r>
              <a:rPr lang="en-US" dirty="0"/>
              <a:t>Served By        : 			[ Read-only Text Field ]           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B34520-102A-4130-81E8-4384492458D7}"/>
              </a:ext>
            </a:extLst>
          </p:cNvPr>
          <p:cNvSpPr/>
          <p:nvPr/>
        </p:nvSpPr>
        <p:spPr>
          <a:xfrm>
            <a:off x="1577009" y="755374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f1003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7AE72-09B8-413D-A3C5-9148C5E5E0BF}"/>
              </a:ext>
            </a:extLst>
          </p:cNvPr>
          <p:cNvSpPr/>
          <p:nvPr/>
        </p:nvSpPr>
        <p:spPr>
          <a:xfrm>
            <a:off x="1815548" y="1325217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1826B-E2A5-480B-BAA8-23B886E7FE3B}"/>
              </a:ext>
            </a:extLst>
          </p:cNvPr>
          <p:cNvSpPr/>
          <p:nvPr/>
        </p:nvSpPr>
        <p:spPr>
          <a:xfrm>
            <a:off x="1815547" y="1755912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xxx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23D53-E833-42F4-B0FC-BFE17A829D6F}"/>
              </a:ext>
            </a:extLst>
          </p:cNvPr>
          <p:cNvSpPr/>
          <p:nvPr/>
        </p:nvSpPr>
        <p:spPr>
          <a:xfrm>
            <a:off x="1815546" y="2325755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CAE7B-8BB0-43E9-BC4B-550ABA1A1EEB}"/>
              </a:ext>
            </a:extLst>
          </p:cNvPr>
          <p:cNvSpPr/>
          <p:nvPr/>
        </p:nvSpPr>
        <p:spPr>
          <a:xfrm>
            <a:off x="1815547" y="2900927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Dine 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E21B10-798C-4938-8ED9-BBAD7CA0A8F2}"/>
              </a:ext>
            </a:extLst>
          </p:cNvPr>
          <p:cNvSpPr/>
          <p:nvPr/>
        </p:nvSpPr>
        <p:spPr>
          <a:xfrm>
            <a:off x="1815546" y="3470770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5.30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129B6-8A85-4E5E-ADF5-96E4ADF4EE31}"/>
              </a:ext>
            </a:extLst>
          </p:cNvPr>
          <p:cNvSpPr/>
          <p:nvPr/>
        </p:nvSpPr>
        <p:spPr>
          <a:xfrm>
            <a:off x="1815546" y="4040613"/>
            <a:ext cx="1152939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5.45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4C879-458D-4817-9AA7-DCE303DBD403}"/>
              </a:ext>
            </a:extLst>
          </p:cNvPr>
          <p:cNvSpPr/>
          <p:nvPr/>
        </p:nvSpPr>
        <p:spPr>
          <a:xfrm>
            <a:off x="1815546" y="4556797"/>
            <a:ext cx="1630019" cy="449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Waiter name</a:t>
            </a:r>
          </a:p>
        </p:txBody>
      </p:sp>
    </p:spTree>
    <p:extLst>
      <p:ext uri="{BB962C8B-B14F-4D97-AF65-F5344CB8AC3E}">
        <p14:creationId xmlns:p14="http://schemas.microsoft.com/office/powerpoint/2010/main" val="39594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3E67F7-9EB4-4E5F-8EAC-01D7BD582EB7}"/>
              </a:ext>
            </a:extLst>
          </p:cNvPr>
          <p:cNvSpPr txBox="1"/>
          <p:nvPr/>
        </p:nvSpPr>
        <p:spPr>
          <a:xfrm>
            <a:off x="0" y="185530"/>
            <a:ext cx="120329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  ITEMS</a:t>
            </a:r>
          </a:p>
          <a:p>
            <a:r>
              <a:rPr lang="en-IN" dirty="0"/>
              <a:t>| Dish Name | Quantity | Price | Total Price            |</a:t>
            </a:r>
          </a:p>
          <a:p>
            <a:endParaRPr lang="en-IN" dirty="0"/>
          </a:p>
          <a:p>
            <a:r>
              <a:rPr lang="en-IN" dirty="0"/>
              <a:t>| Biryani   | 2        | 150   | 300                    |</a:t>
            </a:r>
          </a:p>
          <a:p>
            <a:endParaRPr lang="en-IN" dirty="0"/>
          </a:p>
          <a:p>
            <a:r>
              <a:rPr lang="en-IN" dirty="0"/>
              <a:t>| Juice     | 1        | 50    | 50                     |</a:t>
            </a:r>
          </a:p>
          <a:p>
            <a:endParaRPr lang="en-IN" dirty="0"/>
          </a:p>
          <a:p>
            <a:r>
              <a:rPr lang="en-IN" dirty="0"/>
              <a:t>Grand Total      : 			[ Read-only Text Field ] </a:t>
            </a:r>
          </a:p>
          <a:p>
            <a:r>
              <a:rPr lang="en-IN" dirty="0"/>
              <a:t>     </a:t>
            </a:r>
          </a:p>
          <a:p>
            <a:r>
              <a:rPr lang="en-IN" dirty="0"/>
              <a:t>	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6FBE1-C80F-4918-B08F-672F8EF8C1FD}"/>
              </a:ext>
            </a:extLst>
          </p:cNvPr>
          <p:cNvSpPr/>
          <p:nvPr/>
        </p:nvSpPr>
        <p:spPr>
          <a:xfrm>
            <a:off x="1789043" y="2107096"/>
            <a:ext cx="1232453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C833B-1C5E-4D3E-8B43-49CA8C4FED42}"/>
              </a:ext>
            </a:extLst>
          </p:cNvPr>
          <p:cNvSpPr/>
          <p:nvPr/>
        </p:nvSpPr>
        <p:spPr>
          <a:xfrm>
            <a:off x="251791" y="2756452"/>
            <a:ext cx="1179444" cy="29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CC3D5A-C219-4308-8FDB-98BB9373A7DE}"/>
              </a:ext>
            </a:extLst>
          </p:cNvPr>
          <p:cNvSpPr/>
          <p:nvPr/>
        </p:nvSpPr>
        <p:spPr>
          <a:xfrm>
            <a:off x="1961322" y="2756452"/>
            <a:ext cx="1524000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B78495-0EA8-46F9-8F25-BC5759DE4B15}"/>
              </a:ext>
            </a:extLst>
          </p:cNvPr>
          <p:cNvSpPr/>
          <p:nvPr/>
        </p:nvSpPr>
        <p:spPr>
          <a:xfrm>
            <a:off x="4015409" y="2756452"/>
            <a:ext cx="1338469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74373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A334C7-6C0E-4640-B220-E654CD99D613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FOOD PACKING SCREEN-------------------------------------------------------------</a:t>
            </a:r>
          </a:p>
          <a:p>
            <a:r>
              <a:rPr lang="en-IN" dirty="0"/>
              <a:t>Order ID         : 				[ Search / Select Order ID ] </a:t>
            </a:r>
          </a:p>
          <a:p>
            <a:endParaRPr lang="en-IN" dirty="0"/>
          </a:p>
          <a:p>
            <a:r>
              <a:rPr lang="en-IN" dirty="0"/>
              <a:t>					</a:t>
            </a:r>
          </a:p>
          <a:p>
            <a:endParaRPr lang="en-IN" dirty="0"/>
          </a:p>
          <a:p>
            <a:r>
              <a:rPr lang="en-IN" dirty="0"/>
              <a:t>Customer Name    : 		 (Read Only)</a:t>
            </a:r>
          </a:p>
          <a:p>
            <a:endParaRPr lang="en-IN" dirty="0"/>
          </a:p>
          <a:p>
            <a:r>
              <a:rPr lang="en-IN" dirty="0"/>
              <a:t>Contact Number   : 			 (Read Only)</a:t>
            </a:r>
          </a:p>
          <a:p>
            <a:endParaRPr lang="en-IN" dirty="0"/>
          </a:p>
          <a:p>
            <a:r>
              <a:rPr lang="en-IN" dirty="0"/>
              <a:t>Pickup Time      :  			(Read Only / Time Picker)</a:t>
            </a:r>
          </a:p>
          <a:p>
            <a:endParaRPr lang="en-IN" dirty="0"/>
          </a:p>
          <a:p>
            <a:r>
              <a:rPr lang="en-IN" dirty="0"/>
              <a:t>Packing Status   : 			</a:t>
            </a:r>
          </a:p>
          <a:p>
            <a:endParaRPr lang="en-IN" dirty="0"/>
          </a:p>
          <a:p>
            <a:r>
              <a:rPr lang="en-IN" dirty="0"/>
              <a:t>Packed By        : 			(Read Only)</a:t>
            </a:r>
          </a:p>
          <a:p>
            <a:r>
              <a:rPr lang="en-IN" dirty="0"/>
              <a:t>                  </a:t>
            </a:r>
          </a:p>
          <a:p>
            <a:r>
              <a:rPr lang="en-IN" dirty="0"/>
              <a:t> ITEMS ORDERED</a:t>
            </a:r>
          </a:p>
          <a:p>
            <a:r>
              <a:rPr lang="en-IN" dirty="0"/>
              <a:t>|</a:t>
            </a:r>
          </a:p>
          <a:p>
            <a:r>
              <a:rPr lang="en-IN" dirty="0"/>
              <a:t> Item Name           | Quantity |</a:t>
            </a:r>
          </a:p>
          <a:p>
            <a:r>
              <a:rPr lang="en-IN" dirty="0"/>
              <a:t>| Veg Fried Rice      | 2        |</a:t>
            </a:r>
          </a:p>
          <a:p>
            <a:r>
              <a:rPr lang="en-IN" dirty="0"/>
              <a:t>| Gobi Manchurian     | 1        |</a:t>
            </a:r>
          </a:p>
          <a:p>
            <a:r>
              <a:rPr lang="en-IN" dirty="0"/>
              <a:t>| Noodles             | 3        |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		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21656-B985-49D8-AF6A-A7AB990928B0}"/>
              </a:ext>
            </a:extLst>
          </p:cNvPr>
          <p:cNvSpPr/>
          <p:nvPr/>
        </p:nvSpPr>
        <p:spPr>
          <a:xfrm>
            <a:off x="1563757" y="331303"/>
            <a:ext cx="2478156" cy="340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Searchable combo 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4BA4BA-7B54-4A81-9527-E375FDA0B2DA}"/>
              </a:ext>
            </a:extLst>
          </p:cNvPr>
          <p:cNvSpPr/>
          <p:nvPr/>
        </p:nvSpPr>
        <p:spPr>
          <a:xfrm>
            <a:off x="145774" y="812552"/>
            <a:ext cx="1895061" cy="340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Order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51DAF1-40FF-4EAC-868B-9CA43D13EDDD}"/>
              </a:ext>
            </a:extLst>
          </p:cNvPr>
          <p:cNvSpPr/>
          <p:nvPr/>
        </p:nvSpPr>
        <p:spPr>
          <a:xfrm>
            <a:off x="1948070" y="1470991"/>
            <a:ext cx="1431234" cy="2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xxx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709D5-7E86-463E-A2BF-40ADA03EFF04}"/>
              </a:ext>
            </a:extLst>
          </p:cNvPr>
          <p:cNvSpPr/>
          <p:nvPr/>
        </p:nvSpPr>
        <p:spPr>
          <a:xfrm>
            <a:off x="1948070" y="1987826"/>
            <a:ext cx="1272208" cy="2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666666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B44D6-D66D-42EB-8776-7FA143E009C8}"/>
              </a:ext>
            </a:extLst>
          </p:cNvPr>
          <p:cNvSpPr/>
          <p:nvPr/>
        </p:nvSpPr>
        <p:spPr>
          <a:xfrm>
            <a:off x="1683026" y="2517913"/>
            <a:ext cx="1272208" cy="340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03D39-F3E8-47AA-AC08-458F8F4AED13}"/>
              </a:ext>
            </a:extLst>
          </p:cNvPr>
          <p:cNvSpPr/>
          <p:nvPr/>
        </p:nvSpPr>
        <p:spPr>
          <a:xfrm>
            <a:off x="1789043" y="3074504"/>
            <a:ext cx="1431235" cy="340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Status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D0823-1703-41D0-BE0A-D4A60701B2AE}"/>
              </a:ext>
            </a:extLst>
          </p:cNvPr>
          <p:cNvSpPr/>
          <p:nvPr/>
        </p:nvSpPr>
        <p:spPr>
          <a:xfrm>
            <a:off x="1789043" y="3631095"/>
            <a:ext cx="1258957" cy="340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xxx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ACDC9-5607-4EB8-86BE-2ED671CFAF18}"/>
              </a:ext>
            </a:extLst>
          </p:cNvPr>
          <p:cNvSpPr/>
          <p:nvPr/>
        </p:nvSpPr>
        <p:spPr>
          <a:xfrm>
            <a:off x="0" y="6228522"/>
            <a:ext cx="1789043" cy="431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 Packing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C439C-41BB-44A6-A30D-FCB750D1BB44}"/>
              </a:ext>
            </a:extLst>
          </p:cNvPr>
          <p:cNvSpPr/>
          <p:nvPr/>
        </p:nvSpPr>
        <p:spPr>
          <a:xfrm>
            <a:off x="2239617" y="6113422"/>
            <a:ext cx="1563757" cy="413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Mark as Packed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59446-F15E-4037-9972-FB747A1DDEC7}"/>
              </a:ext>
            </a:extLst>
          </p:cNvPr>
          <p:cNvSpPr/>
          <p:nvPr/>
        </p:nvSpPr>
        <p:spPr>
          <a:xfrm>
            <a:off x="4346713" y="6186310"/>
            <a:ext cx="1749287" cy="431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C5E008-69CF-4A93-9B8F-FB59C12FFA8E}"/>
              </a:ext>
            </a:extLst>
          </p:cNvPr>
          <p:cNvSpPr/>
          <p:nvPr/>
        </p:nvSpPr>
        <p:spPr>
          <a:xfrm>
            <a:off x="6970643" y="6064166"/>
            <a:ext cx="1961322" cy="553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374521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C4344-2076-47FA-88EB-EBD29A5933BC}"/>
              </a:ext>
            </a:extLst>
          </p:cNvPr>
          <p:cNvSpPr txBox="1"/>
          <p:nvPr/>
        </p:nvSpPr>
        <p:spPr>
          <a:xfrm>
            <a:off x="0" y="159026"/>
            <a:ext cx="1219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BILLING SCREEN</a:t>
            </a:r>
          </a:p>
          <a:p>
            <a:r>
              <a:rPr lang="en-IN" dirty="0"/>
              <a:t>Cashier Name :				 [Logged-in User]    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Date/Time : 				[Auto]</a:t>
            </a:r>
          </a:p>
          <a:p>
            <a:endParaRPr lang="en-IN" dirty="0"/>
          </a:p>
          <a:p>
            <a:r>
              <a:rPr lang="en-IN" dirty="0"/>
              <a:t>Bill ID      : 			[ Auto Generated ]</a:t>
            </a:r>
          </a:p>
          <a:p>
            <a:endParaRPr lang="en-IN" dirty="0"/>
          </a:p>
          <a:p>
            <a:r>
              <a:rPr lang="en-IN" dirty="0"/>
              <a:t>Order ID     : 			[▼ Select Order ID]</a:t>
            </a:r>
          </a:p>
          <a:p>
            <a:endParaRPr lang="en-IN" dirty="0"/>
          </a:p>
          <a:p>
            <a:r>
              <a:rPr lang="en-IN" dirty="0"/>
              <a:t>Table Number :			 [ Auto Filled ]</a:t>
            </a:r>
          </a:p>
          <a:p>
            <a:endParaRPr lang="en-IN" dirty="0"/>
          </a:p>
          <a:p>
            <a:r>
              <a:rPr lang="en-IN" dirty="0"/>
              <a:t>Bill Time    :		 [ Auto Filled ]                  </a:t>
            </a:r>
          </a:p>
          <a:p>
            <a:endParaRPr lang="en-IN" dirty="0"/>
          </a:p>
          <a:p>
            <a:r>
              <a:rPr lang="en-IN" dirty="0"/>
              <a:t>ORDERED ITEMS DETAILS</a:t>
            </a:r>
          </a:p>
          <a:p>
            <a:r>
              <a:rPr lang="en-IN" dirty="0"/>
              <a:t>| Item Name         | Quantity | Item Price | Line Total |</a:t>
            </a:r>
          </a:p>
          <a:p>
            <a:r>
              <a:rPr lang="en-IN" dirty="0"/>
              <a:t>| Fried Rice        | 2        | 120        | 240        |</a:t>
            </a:r>
          </a:p>
          <a:p>
            <a:r>
              <a:rPr lang="en-IN" dirty="0"/>
              <a:t>| Noodles           | 1        | 100        | 100        |</a:t>
            </a:r>
          </a:p>
          <a:p>
            <a:r>
              <a:rPr lang="en-IN" dirty="0"/>
              <a:t>| Juice             | 2        | 50         | 100        |</a:t>
            </a:r>
          </a:p>
          <a:p>
            <a:endParaRPr lang="en-IN" dirty="0"/>
          </a:p>
          <a:p>
            <a:r>
              <a:rPr lang="en-IN" dirty="0"/>
              <a:t>				</a:t>
            </a:r>
          </a:p>
          <a:p>
            <a:r>
              <a:rPr lang="en-IN" dirty="0"/>
              <a:t>Subtotal     : 			-&gt;  Read only Text field</a:t>
            </a:r>
          </a:p>
          <a:p>
            <a:endParaRPr lang="en-IN" dirty="0"/>
          </a:p>
          <a:p>
            <a:r>
              <a:rPr lang="en-IN" dirty="0"/>
              <a:t>Tax          :			-&gt;  Read only Text field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9AE5A-869C-4BD1-A916-A2DFCF79A881}"/>
              </a:ext>
            </a:extLst>
          </p:cNvPr>
          <p:cNvSpPr/>
          <p:nvPr/>
        </p:nvSpPr>
        <p:spPr>
          <a:xfrm>
            <a:off x="1630017" y="417444"/>
            <a:ext cx="1524000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sss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71465-13E7-4C10-A637-00F5976951AC}"/>
              </a:ext>
            </a:extLst>
          </p:cNvPr>
          <p:cNvSpPr/>
          <p:nvPr/>
        </p:nvSpPr>
        <p:spPr>
          <a:xfrm>
            <a:off x="1364974" y="1033670"/>
            <a:ext cx="1524000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6CC701-C20E-4F0B-8144-139E04B6825D}"/>
              </a:ext>
            </a:extLst>
          </p:cNvPr>
          <p:cNvSpPr/>
          <p:nvPr/>
        </p:nvSpPr>
        <p:spPr>
          <a:xfrm>
            <a:off x="1232452" y="1484244"/>
            <a:ext cx="1417983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55555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4F680-699A-448F-BB74-3553DEB3C9BA}"/>
              </a:ext>
            </a:extLst>
          </p:cNvPr>
          <p:cNvSpPr/>
          <p:nvPr/>
        </p:nvSpPr>
        <p:spPr>
          <a:xfrm>
            <a:off x="1298712" y="2073966"/>
            <a:ext cx="128546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55555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644D6A-D19B-4554-8AE3-D4C8A0301516}"/>
              </a:ext>
            </a:extLst>
          </p:cNvPr>
          <p:cNvSpPr/>
          <p:nvPr/>
        </p:nvSpPr>
        <p:spPr>
          <a:xfrm>
            <a:off x="1789043" y="2716696"/>
            <a:ext cx="649357" cy="2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CC350D-9BF5-4233-AC51-FB7B40340945}"/>
              </a:ext>
            </a:extLst>
          </p:cNvPr>
          <p:cNvSpPr/>
          <p:nvPr/>
        </p:nvSpPr>
        <p:spPr>
          <a:xfrm>
            <a:off x="1470991" y="3273287"/>
            <a:ext cx="967409" cy="2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15.30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73DD5-5D3B-4C1C-9886-1FAFD41A5012}"/>
              </a:ext>
            </a:extLst>
          </p:cNvPr>
          <p:cNvSpPr/>
          <p:nvPr/>
        </p:nvSpPr>
        <p:spPr>
          <a:xfrm>
            <a:off x="225287" y="5208104"/>
            <a:ext cx="2213113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View Order Details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B4585D-D189-4734-A4F5-8CEA6D5880F1}"/>
              </a:ext>
            </a:extLst>
          </p:cNvPr>
          <p:cNvSpPr/>
          <p:nvPr/>
        </p:nvSpPr>
        <p:spPr>
          <a:xfrm>
            <a:off x="1331842" y="5673366"/>
            <a:ext cx="781879" cy="2849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301CE-7F31-4D22-AAF3-4F26A18E91E3}"/>
              </a:ext>
            </a:extLst>
          </p:cNvPr>
          <p:cNvSpPr/>
          <p:nvPr/>
        </p:nvSpPr>
        <p:spPr>
          <a:xfrm>
            <a:off x="1232452" y="6334539"/>
            <a:ext cx="781879" cy="2849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32776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BCD014-AC5A-4FA7-B44E-CB5B12D61E50}"/>
              </a:ext>
            </a:extLst>
          </p:cNvPr>
          <p:cNvSpPr txBox="1"/>
          <p:nvPr/>
        </p:nvSpPr>
        <p:spPr>
          <a:xfrm>
            <a:off x="0" y="159026"/>
            <a:ext cx="110788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Discount     : 		-&gt; Read only text field automatically calculated</a:t>
            </a:r>
          </a:p>
          <a:p>
            <a:endParaRPr lang="en-US" dirty="0"/>
          </a:p>
          <a:p>
            <a:r>
              <a:rPr lang="en-US" dirty="0"/>
              <a:t>Total Amount : 		-&gt; Read only text field automatically calculated</a:t>
            </a:r>
          </a:p>
          <a:p>
            <a:endParaRPr lang="en-US" dirty="0"/>
          </a:p>
          <a:p>
            <a:r>
              <a:rPr lang="en-US" dirty="0"/>
              <a:t>Payment Method :				-&gt;  Editable drop down box</a:t>
            </a:r>
          </a:p>
          <a:p>
            <a:endParaRPr lang="en-US" dirty="0"/>
          </a:p>
          <a:p>
            <a:r>
              <a:rPr lang="en-US" dirty="0"/>
              <a:t>Payment Status :				</a:t>
            </a:r>
          </a:p>
          <a:p>
            <a:endParaRPr lang="en-US" dirty="0"/>
          </a:p>
          <a:p>
            <a:r>
              <a:rPr lang="en-US" dirty="0"/>
              <a:t>	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1CB20-CBFC-46EA-9F2B-B2DCE1A3E1D0}"/>
              </a:ext>
            </a:extLst>
          </p:cNvPr>
          <p:cNvSpPr/>
          <p:nvPr/>
        </p:nvSpPr>
        <p:spPr>
          <a:xfrm>
            <a:off x="1417983" y="159026"/>
            <a:ext cx="728869" cy="265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05C15-0A30-4446-9C6B-1907AFFC93D8}"/>
              </a:ext>
            </a:extLst>
          </p:cNvPr>
          <p:cNvSpPr/>
          <p:nvPr/>
        </p:nvSpPr>
        <p:spPr>
          <a:xfrm>
            <a:off x="1590261" y="755373"/>
            <a:ext cx="874643" cy="265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0A437-41C0-492C-81A5-A15340C7E6A0}"/>
              </a:ext>
            </a:extLst>
          </p:cNvPr>
          <p:cNvSpPr/>
          <p:nvPr/>
        </p:nvSpPr>
        <p:spPr>
          <a:xfrm>
            <a:off x="1967948" y="1232448"/>
            <a:ext cx="2312504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▼ Cash / Card / UPI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0311C-2621-4F96-B1FE-A7A752049B1E}"/>
              </a:ext>
            </a:extLst>
          </p:cNvPr>
          <p:cNvSpPr/>
          <p:nvPr/>
        </p:nvSpPr>
        <p:spPr>
          <a:xfrm>
            <a:off x="1967948" y="1802290"/>
            <a:ext cx="2908852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▼ Paid / Unpaid / Pending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178AA-75E3-4A0D-897F-3238F8586713}"/>
              </a:ext>
            </a:extLst>
          </p:cNvPr>
          <p:cNvSpPr/>
          <p:nvPr/>
        </p:nvSpPr>
        <p:spPr>
          <a:xfrm>
            <a:off x="119270" y="2491409"/>
            <a:ext cx="1848678" cy="463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Calculate Total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7CC249-D24F-45AF-B534-8990DCF0E5B9}"/>
              </a:ext>
            </a:extLst>
          </p:cNvPr>
          <p:cNvSpPr/>
          <p:nvPr/>
        </p:nvSpPr>
        <p:spPr>
          <a:xfrm>
            <a:off x="2368826" y="2491409"/>
            <a:ext cx="2107096" cy="463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Generate Bill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05F75-8E18-4052-AA78-DFA54C1091AB}"/>
              </a:ext>
            </a:extLst>
          </p:cNvPr>
          <p:cNvSpPr/>
          <p:nvPr/>
        </p:nvSpPr>
        <p:spPr>
          <a:xfrm>
            <a:off x="4876800" y="2491409"/>
            <a:ext cx="1404730" cy="463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Save Bill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C26819-3380-4855-8EA7-3022D3624045}"/>
              </a:ext>
            </a:extLst>
          </p:cNvPr>
          <p:cNvSpPr/>
          <p:nvPr/>
        </p:nvSpPr>
        <p:spPr>
          <a:xfrm>
            <a:off x="119270" y="3564835"/>
            <a:ext cx="1298713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Print Bill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BF923-93A4-4552-A2A1-6A775B0FCBFA}"/>
              </a:ext>
            </a:extLst>
          </p:cNvPr>
          <p:cNvSpPr/>
          <p:nvPr/>
        </p:nvSpPr>
        <p:spPr>
          <a:xfrm>
            <a:off x="2368826" y="3564835"/>
            <a:ext cx="1712844" cy="463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Clear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CF312-E878-4099-81E8-980FCB6A7017}"/>
              </a:ext>
            </a:extLst>
          </p:cNvPr>
          <p:cNvSpPr/>
          <p:nvPr/>
        </p:nvSpPr>
        <p:spPr>
          <a:xfrm>
            <a:off x="4876800" y="3564835"/>
            <a:ext cx="1404730" cy="463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97844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86AD3-1FA4-4AC2-A71B-00F94C99B90E}"/>
              </a:ext>
            </a:extLst>
          </p:cNvPr>
          <p:cNvSpPr txBox="1"/>
          <p:nvPr/>
        </p:nvSpPr>
        <p:spPr>
          <a:xfrm>
            <a:off x="0" y="198783"/>
            <a:ext cx="1233777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	ACCOUNT / FINANCE DASHBOARD             -&gt; fully summary table                      |</a:t>
            </a:r>
          </a:p>
          <a:p>
            <a:r>
              <a:rPr lang="en-IN" dirty="0"/>
              <a:t> User: 			Accountant / Manager                             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Date: 		|	-&gt;  read only text |</a:t>
            </a:r>
          </a:p>
          <a:p>
            <a:endParaRPr lang="en-IN" dirty="0"/>
          </a:p>
          <a:p>
            <a:r>
              <a:rPr lang="en-IN" dirty="0"/>
              <a:t>| Total Sales (Today)      |  | Total Expenses           |  | Net Profit / Loss    | -&gt; This Row  will be automatically update after add expense   </a:t>
            </a:r>
          </a:p>
          <a:p>
            <a:r>
              <a:rPr lang="en-IN" dirty="0"/>
              <a:t>|                            						these all read only text field</a:t>
            </a:r>
          </a:p>
          <a:p>
            <a:endParaRPr lang="en-IN" dirty="0"/>
          </a:p>
          <a:p>
            <a:r>
              <a:rPr lang="en-IN" dirty="0"/>
              <a:t>QUICK LINKS            </a:t>
            </a:r>
          </a:p>
          <a:p>
            <a:endParaRPr lang="en-IN" dirty="0"/>
          </a:p>
          <a:p>
            <a:r>
              <a:rPr lang="en-IN" dirty="0"/>
              <a:t>|							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	|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				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			|-&gt;  this fully inside the summary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502D01-F007-4103-BA85-63BBA243F30E}"/>
              </a:ext>
            </a:extLst>
          </p:cNvPr>
          <p:cNvSpPr/>
          <p:nvPr/>
        </p:nvSpPr>
        <p:spPr>
          <a:xfrm>
            <a:off x="755374" y="470452"/>
            <a:ext cx="1364974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By 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4EEB9-05B5-465D-89C5-B3DFD6DC753B}"/>
              </a:ext>
            </a:extLst>
          </p:cNvPr>
          <p:cNvSpPr/>
          <p:nvPr/>
        </p:nvSpPr>
        <p:spPr>
          <a:xfrm>
            <a:off x="755374" y="1046922"/>
            <a:ext cx="1484243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00CE05-F8C3-480B-A2B2-1C553B9406DD}"/>
              </a:ext>
            </a:extLst>
          </p:cNvPr>
          <p:cNvSpPr/>
          <p:nvPr/>
        </p:nvSpPr>
        <p:spPr>
          <a:xfrm>
            <a:off x="344557" y="2279374"/>
            <a:ext cx="1113182" cy="198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2E4D98-0E4F-4FCB-9AD8-F226A4753C2F}"/>
              </a:ext>
            </a:extLst>
          </p:cNvPr>
          <p:cNvSpPr/>
          <p:nvPr/>
        </p:nvSpPr>
        <p:spPr>
          <a:xfrm>
            <a:off x="1895061" y="2278075"/>
            <a:ext cx="1484243" cy="198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Expenses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52B48-BBA6-42D8-B675-DED49379B7CB}"/>
              </a:ext>
            </a:extLst>
          </p:cNvPr>
          <p:cNvSpPr/>
          <p:nvPr/>
        </p:nvSpPr>
        <p:spPr>
          <a:xfrm>
            <a:off x="3882887" y="2210516"/>
            <a:ext cx="1643269" cy="319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Net profit/loss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20D23-DA9A-4993-8B30-448AC45189A1}"/>
              </a:ext>
            </a:extLst>
          </p:cNvPr>
          <p:cNvSpPr/>
          <p:nvPr/>
        </p:nvSpPr>
        <p:spPr>
          <a:xfrm>
            <a:off x="344557" y="3299791"/>
            <a:ext cx="1484243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Add Expense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A0BED-871D-4D25-A202-6035402BB165}"/>
              </a:ext>
            </a:extLst>
          </p:cNvPr>
          <p:cNvSpPr/>
          <p:nvPr/>
        </p:nvSpPr>
        <p:spPr>
          <a:xfrm>
            <a:off x="2504661" y="3299791"/>
            <a:ext cx="1643269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Sales Report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5A4166-548F-438D-8D9B-4843CC0D3D56}"/>
              </a:ext>
            </a:extLst>
          </p:cNvPr>
          <p:cNvSpPr/>
          <p:nvPr/>
        </p:nvSpPr>
        <p:spPr>
          <a:xfrm>
            <a:off x="344557" y="4134678"/>
            <a:ext cx="1550504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Expense Report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3B820-5649-486F-B704-ACD5D862C622}"/>
              </a:ext>
            </a:extLst>
          </p:cNvPr>
          <p:cNvSpPr/>
          <p:nvPr/>
        </p:nvSpPr>
        <p:spPr>
          <a:xfrm>
            <a:off x="2504661" y="4134678"/>
            <a:ext cx="1855304" cy="47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Supplier Payment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8372-6EAC-46B1-B3E0-854C3A12AC07}"/>
              </a:ext>
            </a:extLst>
          </p:cNvPr>
          <p:cNvSpPr/>
          <p:nvPr/>
        </p:nvSpPr>
        <p:spPr>
          <a:xfrm>
            <a:off x="437322" y="5022574"/>
            <a:ext cx="1391478" cy="359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Profit / Loss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F2993-B482-4FAF-8209-0058A5168E54}"/>
              </a:ext>
            </a:extLst>
          </p:cNvPr>
          <p:cNvSpPr/>
          <p:nvPr/>
        </p:nvSpPr>
        <p:spPr>
          <a:xfrm>
            <a:off x="2398642" y="5022574"/>
            <a:ext cx="1749287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Monthly Report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60B3A6-F68A-45DE-AECF-500719278A32}"/>
              </a:ext>
            </a:extLst>
          </p:cNvPr>
          <p:cNvSpPr/>
          <p:nvPr/>
        </p:nvSpPr>
        <p:spPr>
          <a:xfrm>
            <a:off x="437322" y="5950226"/>
            <a:ext cx="1961320" cy="556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Refresh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AAF96F-BB1B-42D0-9BCD-16C83D1D4C27}"/>
              </a:ext>
            </a:extLst>
          </p:cNvPr>
          <p:cNvSpPr/>
          <p:nvPr/>
        </p:nvSpPr>
        <p:spPr>
          <a:xfrm>
            <a:off x="2769702" y="5931778"/>
            <a:ext cx="2107097" cy="556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Back / Home</a:t>
            </a:r>
          </a:p>
        </p:txBody>
      </p:sp>
    </p:spTree>
    <p:extLst>
      <p:ext uri="{BB962C8B-B14F-4D97-AF65-F5344CB8AC3E}">
        <p14:creationId xmlns:p14="http://schemas.microsoft.com/office/powerpoint/2010/main" val="3530800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2EB39E-70B4-4056-B1BF-EC47C9BE3573}"/>
              </a:ext>
            </a:extLst>
          </p:cNvPr>
          <p:cNvSpPr txBox="1"/>
          <p:nvPr/>
        </p:nvSpPr>
        <p:spPr>
          <a:xfrm>
            <a:off x="0" y="119270"/>
            <a:ext cx="1229801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EXPENSE ENTRY SCREEN                                </a:t>
            </a:r>
          </a:p>
          <a:p>
            <a:r>
              <a:rPr lang="en-IN" dirty="0"/>
              <a:t>| Expense ID        : 			-&gt;	[ Auto Generated / Read Only Text Field ]                    |</a:t>
            </a:r>
          </a:p>
          <a:p>
            <a:endParaRPr lang="en-IN" dirty="0"/>
          </a:p>
          <a:p>
            <a:r>
              <a:rPr lang="en-IN" dirty="0"/>
              <a:t>| Date              : 			[ Date Picker ]                                              || </a:t>
            </a:r>
          </a:p>
          <a:p>
            <a:endParaRPr lang="en-IN" dirty="0"/>
          </a:p>
          <a:p>
            <a:r>
              <a:rPr lang="en-IN" dirty="0"/>
              <a:t>|Expense Type      : 				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Amount            : 			-&gt;[ User enter Text Field ]                                               |</a:t>
            </a:r>
          </a:p>
          <a:p>
            <a:endParaRPr lang="en-IN" dirty="0"/>
          </a:p>
          <a:p>
            <a:r>
              <a:rPr lang="en-IN" dirty="0"/>
              <a:t>| Payment Method    :		 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Description       :			 		[ Text Area  ]|         </a:t>
            </a:r>
          </a:p>
          <a:p>
            <a:r>
              <a:rPr lang="en-IN" dirty="0"/>
              <a:t>                                     </a:t>
            </a:r>
          </a:p>
          <a:p>
            <a:r>
              <a:rPr lang="en-IN" dirty="0"/>
              <a:t> 					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		</a:t>
            </a:r>
          </a:p>
          <a:p>
            <a:r>
              <a:rPr lang="en-IN" dirty="0"/>
              <a:t>						|</a:t>
            </a:r>
          </a:p>
          <a:p>
            <a:endParaRPr lang="en-IN" dirty="0"/>
          </a:p>
          <a:p>
            <a:r>
              <a:rPr lang="en-IN" dirty="0"/>
              <a:t>| 			</a:t>
            </a:r>
          </a:p>
          <a:p>
            <a:r>
              <a:rPr lang="en-IN" dirty="0"/>
              <a:t> 		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98BB7-BA9D-4215-98C6-BB5A21A418F7}"/>
              </a:ext>
            </a:extLst>
          </p:cNvPr>
          <p:cNvSpPr/>
          <p:nvPr/>
        </p:nvSpPr>
        <p:spPr>
          <a:xfrm>
            <a:off x="1881808" y="443947"/>
            <a:ext cx="1484243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154525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0A9A98-C13A-4671-98AC-26455C5E5E7E}"/>
              </a:ext>
            </a:extLst>
          </p:cNvPr>
          <p:cNvSpPr/>
          <p:nvPr/>
        </p:nvSpPr>
        <p:spPr>
          <a:xfrm>
            <a:off x="1696277" y="1007165"/>
            <a:ext cx="1484243" cy="2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15.02.20256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34C228-2515-44ED-987B-572269A01B3E}"/>
              </a:ext>
            </a:extLst>
          </p:cNvPr>
          <p:cNvSpPr/>
          <p:nvPr/>
        </p:nvSpPr>
        <p:spPr>
          <a:xfrm>
            <a:off x="1987826" y="1504123"/>
            <a:ext cx="1484243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Electricity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EEE3F2-65BC-4757-91C5-497DEFD66661}"/>
              </a:ext>
            </a:extLst>
          </p:cNvPr>
          <p:cNvSpPr/>
          <p:nvPr/>
        </p:nvSpPr>
        <p:spPr>
          <a:xfrm>
            <a:off x="1881808" y="2107096"/>
            <a:ext cx="1298712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CFA1EA-F85E-40A8-BB2D-F08ACEBF0B64}"/>
              </a:ext>
            </a:extLst>
          </p:cNvPr>
          <p:cNvSpPr/>
          <p:nvPr/>
        </p:nvSpPr>
        <p:spPr>
          <a:xfrm>
            <a:off x="2226365" y="2610678"/>
            <a:ext cx="1139686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offline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D6913-B9C8-4DFF-8C24-78F38E728ADB}"/>
              </a:ext>
            </a:extLst>
          </p:cNvPr>
          <p:cNvSpPr/>
          <p:nvPr/>
        </p:nvSpPr>
        <p:spPr>
          <a:xfrm>
            <a:off x="1961320" y="3213651"/>
            <a:ext cx="2425149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Type about expense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133347-D711-40D9-885B-FA7FED20195D}"/>
              </a:ext>
            </a:extLst>
          </p:cNvPr>
          <p:cNvSpPr/>
          <p:nvPr/>
        </p:nvSpPr>
        <p:spPr>
          <a:xfrm>
            <a:off x="145774" y="3909391"/>
            <a:ext cx="1550503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Save Expense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1CFC7-69FC-43B9-884F-CE2ECC432616}"/>
              </a:ext>
            </a:extLst>
          </p:cNvPr>
          <p:cNvSpPr/>
          <p:nvPr/>
        </p:nvSpPr>
        <p:spPr>
          <a:xfrm>
            <a:off x="2385391" y="3909391"/>
            <a:ext cx="1895061" cy="430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Update Expense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A97D6-BDC6-4F43-A03F-EE0DFCA83C58}"/>
              </a:ext>
            </a:extLst>
          </p:cNvPr>
          <p:cNvSpPr/>
          <p:nvPr/>
        </p:nvSpPr>
        <p:spPr>
          <a:xfrm>
            <a:off x="145774" y="4611757"/>
            <a:ext cx="1736034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Delete Expense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45629-AAF2-4DD5-B71A-11B06630D454}"/>
              </a:ext>
            </a:extLst>
          </p:cNvPr>
          <p:cNvSpPr/>
          <p:nvPr/>
        </p:nvSpPr>
        <p:spPr>
          <a:xfrm>
            <a:off x="2544417" y="4717774"/>
            <a:ext cx="1311966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0A48F-19FA-4C10-8658-7BE8B15A3E5C}"/>
              </a:ext>
            </a:extLst>
          </p:cNvPr>
          <p:cNvSpPr/>
          <p:nvPr/>
        </p:nvSpPr>
        <p:spPr>
          <a:xfrm>
            <a:off x="4280452" y="4717774"/>
            <a:ext cx="1033670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0BA423-25EF-46AD-884F-98BDE7D0728D}"/>
              </a:ext>
            </a:extLst>
          </p:cNvPr>
          <p:cNvSpPr/>
          <p:nvPr/>
        </p:nvSpPr>
        <p:spPr>
          <a:xfrm>
            <a:off x="410817" y="5314123"/>
            <a:ext cx="2133600" cy="38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View Expense List</a:t>
            </a:r>
          </a:p>
        </p:txBody>
      </p:sp>
    </p:spTree>
    <p:extLst>
      <p:ext uri="{BB962C8B-B14F-4D97-AF65-F5344CB8AC3E}">
        <p14:creationId xmlns:p14="http://schemas.microsoft.com/office/powerpoint/2010/main" val="3238829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7C9332-7B86-4189-8CCF-06052D8DB2BD}"/>
              </a:ext>
            </a:extLst>
          </p:cNvPr>
          <p:cNvSpPr txBox="1"/>
          <p:nvPr/>
        </p:nvSpPr>
        <p:spPr>
          <a:xfrm>
            <a:off x="212034" y="331304"/>
            <a:ext cx="78452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EXPENSE LIST / TABLE GRID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 Expense ID | Date | Expense Type | Amount | Payment Method | Description         |</a:t>
            </a:r>
          </a:p>
          <a:p>
            <a:r>
              <a:rPr lang="en-IN" dirty="0"/>
              <a:t>|------------|------|--------------|</a:t>
            </a:r>
          </a:p>
          <a:p>
            <a:r>
              <a:rPr lang="en-IN" dirty="0"/>
              <a:t>--------|----------------|---------------------|</a:t>
            </a:r>
          </a:p>
          <a:p>
            <a:r>
              <a:rPr lang="en-IN" dirty="0"/>
              <a:t>|            |      |              |        |                |                     |</a:t>
            </a:r>
          </a:p>
          <a:p>
            <a:r>
              <a:rPr lang="en-IN" dirty="0"/>
              <a:t>|            |      |              |        |                |                     |</a:t>
            </a:r>
          </a:p>
        </p:txBody>
      </p:sp>
    </p:spTree>
    <p:extLst>
      <p:ext uri="{BB962C8B-B14F-4D97-AF65-F5344CB8AC3E}">
        <p14:creationId xmlns:p14="http://schemas.microsoft.com/office/powerpoint/2010/main" val="2647726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F9EBE-839A-48F3-88DA-2514F5E76D35}"/>
              </a:ext>
            </a:extLst>
          </p:cNvPr>
          <p:cNvSpPr txBox="1"/>
          <p:nvPr/>
        </p:nvSpPr>
        <p:spPr>
          <a:xfrm>
            <a:off x="0" y="119270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SALES REPORT SCREEN                                |</a:t>
            </a:r>
          </a:p>
          <a:p>
            <a:r>
              <a:rPr lang="en-IN" dirty="0"/>
              <a:t>| Date              : 	     		[ Date Picker ]                                              |</a:t>
            </a:r>
          </a:p>
          <a:p>
            <a:endParaRPr lang="en-IN" dirty="0"/>
          </a:p>
          <a:p>
            <a:r>
              <a:rPr lang="en-IN" dirty="0"/>
              <a:t>| Order ID          : 		[ Text Field ]                                               |</a:t>
            </a:r>
          </a:p>
          <a:p>
            <a:endParaRPr lang="en-IN" dirty="0"/>
          </a:p>
          <a:p>
            <a:r>
              <a:rPr lang="en-IN" dirty="0"/>
              <a:t>| Payment Method    :			 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						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	                                 |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                               SALES REPORT TABLE                                 |</a:t>
            </a:r>
          </a:p>
          <a:p>
            <a:r>
              <a:rPr lang="en-IN" dirty="0"/>
              <a:t>|Date | Order ID | Bill Amount | Payment Method                                   |</a:t>
            </a:r>
          </a:p>
          <a:p>
            <a:r>
              <a:rPr lang="en-IN" dirty="0"/>
              <a:t>|------|----------|-------------|--------------------------------------------------|</a:t>
            </a:r>
          </a:p>
          <a:p>
            <a:r>
              <a:rPr lang="en-IN" dirty="0"/>
              <a:t>|      |          |             |                                                  ||      |          |             |                                                  |+----------------------------------------------------------------------------------+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 Total Sales : 			[ Read Only Text Field ]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C5F786-D9AD-45E9-A693-F1E7F5806499}"/>
              </a:ext>
            </a:extLst>
          </p:cNvPr>
          <p:cNvSpPr/>
          <p:nvPr/>
        </p:nvSpPr>
        <p:spPr>
          <a:xfrm>
            <a:off x="1643270" y="437322"/>
            <a:ext cx="1404730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15.02.2026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B5A67D-78C7-41AA-A9C4-E5F8C73F6C9E}"/>
              </a:ext>
            </a:extLst>
          </p:cNvPr>
          <p:cNvSpPr/>
          <p:nvPr/>
        </p:nvSpPr>
        <p:spPr>
          <a:xfrm>
            <a:off x="1762539" y="980661"/>
            <a:ext cx="967409" cy="291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52631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BC1AE-A2E4-4C80-BCDA-9A5A80F1DA64}"/>
              </a:ext>
            </a:extLst>
          </p:cNvPr>
          <p:cNvSpPr/>
          <p:nvPr/>
        </p:nvSpPr>
        <p:spPr>
          <a:xfrm>
            <a:off x="2246243" y="1431235"/>
            <a:ext cx="1404730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offline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CDDEB-82DA-485F-811F-452736ABB479}"/>
              </a:ext>
            </a:extLst>
          </p:cNvPr>
          <p:cNvSpPr/>
          <p:nvPr/>
        </p:nvSpPr>
        <p:spPr>
          <a:xfrm>
            <a:off x="331304" y="2067339"/>
            <a:ext cx="1020417" cy="291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13A66-FC02-4998-8970-F8399EACA251}"/>
              </a:ext>
            </a:extLst>
          </p:cNvPr>
          <p:cNvSpPr/>
          <p:nvPr/>
        </p:nvSpPr>
        <p:spPr>
          <a:xfrm>
            <a:off x="1729407" y="2133600"/>
            <a:ext cx="967409" cy="225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072487-B61B-4D36-9348-DBBFB0B073FB}"/>
              </a:ext>
            </a:extLst>
          </p:cNvPr>
          <p:cNvSpPr/>
          <p:nvPr/>
        </p:nvSpPr>
        <p:spPr>
          <a:xfrm>
            <a:off x="3140764" y="2133599"/>
            <a:ext cx="1590262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Print Report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84D3AE-941E-4D57-B1CF-EB834255793A}"/>
              </a:ext>
            </a:extLst>
          </p:cNvPr>
          <p:cNvSpPr/>
          <p:nvPr/>
        </p:nvSpPr>
        <p:spPr>
          <a:xfrm>
            <a:off x="172278" y="2716696"/>
            <a:ext cx="1020417" cy="291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E382B-1FDA-4A30-B280-52E17C21D440}"/>
              </a:ext>
            </a:extLst>
          </p:cNvPr>
          <p:cNvSpPr/>
          <p:nvPr/>
        </p:nvSpPr>
        <p:spPr>
          <a:xfrm>
            <a:off x="1444487" y="5426765"/>
            <a:ext cx="1603513" cy="324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5625633</a:t>
            </a:r>
          </a:p>
        </p:txBody>
      </p:sp>
    </p:spTree>
    <p:extLst>
      <p:ext uri="{BB962C8B-B14F-4D97-AF65-F5344CB8AC3E}">
        <p14:creationId xmlns:p14="http://schemas.microsoft.com/office/powerpoint/2010/main" val="2324998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4BA2-2E40-41E9-8EAD-472064AD3247}"/>
              </a:ext>
            </a:extLst>
          </p:cNvPr>
          <p:cNvSpPr txBox="1"/>
          <p:nvPr/>
        </p:nvSpPr>
        <p:spPr>
          <a:xfrm>
            <a:off x="0" y="198783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EXPENSE REPORT SCREEN                                |</a:t>
            </a:r>
          </a:p>
          <a:p>
            <a:r>
              <a:rPr lang="en-IN" dirty="0"/>
              <a:t>| Date              :			 [ Date Picker ]                                              |</a:t>
            </a:r>
          </a:p>
          <a:p>
            <a:endParaRPr lang="en-IN" dirty="0"/>
          </a:p>
          <a:p>
            <a:r>
              <a:rPr lang="en-IN" dirty="0"/>
              <a:t>| Expense Type      : 		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Paid To           : 			[ Text Field ]                                               |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						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			                                |</a:t>
            </a:r>
          </a:p>
          <a:p>
            <a:endParaRPr lang="en-IN" dirty="0"/>
          </a:p>
          <a:p>
            <a:r>
              <a:rPr lang="en-IN" dirty="0"/>
              <a:t>|                              EXPENSE REPORT TABLE                                |</a:t>
            </a:r>
          </a:p>
          <a:p>
            <a:r>
              <a:rPr lang="en-IN" dirty="0"/>
              <a:t>|Date | Expense Type | Amount | Paid To                                           |</a:t>
            </a:r>
          </a:p>
          <a:p>
            <a:r>
              <a:rPr lang="en-IN" dirty="0"/>
              <a:t>|------|--------------|--------|---------------------------------------------------|</a:t>
            </a:r>
          </a:p>
          <a:p>
            <a:r>
              <a:rPr lang="en-IN" dirty="0"/>
              <a:t>|      |              |        |                                                   ||      |              |        |                                                   |+----------------------------------------------------------------------------------+| </a:t>
            </a:r>
          </a:p>
          <a:p>
            <a:r>
              <a:rPr lang="en-IN" dirty="0"/>
              <a:t>T</a:t>
            </a:r>
          </a:p>
          <a:p>
            <a:endParaRPr lang="en-IN" dirty="0"/>
          </a:p>
          <a:p>
            <a:r>
              <a:rPr lang="en-IN" dirty="0"/>
              <a:t>Total Expense : 		[ Read Only Text Field ] |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7CD91-EA33-4B87-A650-0EB4027EF61D}"/>
              </a:ext>
            </a:extLst>
          </p:cNvPr>
          <p:cNvSpPr/>
          <p:nvPr/>
        </p:nvSpPr>
        <p:spPr>
          <a:xfrm>
            <a:off x="1563757" y="556591"/>
            <a:ext cx="1258956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3EA2F-504A-42B4-B6EA-10190D657554}"/>
              </a:ext>
            </a:extLst>
          </p:cNvPr>
          <p:cNvSpPr/>
          <p:nvPr/>
        </p:nvSpPr>
        <p:spPr>
          <a:xfrm>
            <a:off x="1948070" y="1099930"/>
            <a:ext cx="1378226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electricity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BF455-5654-4991-88E6-30C043B5CD26}"/>
              </a:ext>
            </a:extLst>
          </p:cNvPr>
          <p:cNvSpPr/>
          <p:nvPr/>
        </p:nvSpPr>
        <p:spPr>
          <a:xfrm>
            <a:off x="1749287" y="1610138"/>
            <a:ext cx="1378226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xxx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305F5-3F3B-44BC-8BFF-3F941D50E89E}"/>
              </a:ext>
            </a:extLst>
          </p:cNvPr>
          <p:cNvSpPr/>
          <p:nvPr/>
        </p:nvSpPr>
        <p:spPr>
          <a:xfrm>
            <a:off x="119270" y="2372139"/>
            <a:ext cx="1152939" cy="31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CD464-F81B-427B-A7FF-03CF5CBD7E48}"/>
              </a:ext>
            </a:extLst>
          </p:cNvPr>
          <p:cNvSpPr/>
          <p:nvPr/>
        </p:nvSpPr>
        <p:spPr>
          <a:xfrm>
            <a:off x="1656522" y="2372139"/>
            <a:ext cx="1152939" cy="31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11F689-FAAA-46EE-B07C-40804FD8B9BF}"/>
              </a:ext>
            </a:extLst>
          </p:cNvPr>
          <p:cNvSpPr/>
          <p:nvPr/>
        </p:nvSpPr>
        <p:spPr>
          <a:xfrm>
            <a:off x="3326296" y="2372139"/>
            <a:ext cx="1378226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Print Report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3D03E6-DAD8-44AF-9F83-9C2F28634309}"/>
              </a:ext>
            </a:extLst>
          </p:cNvPr>
          <p:cNvSpPr/>
          <p:nvPr/>
        </p:nvSpPr>
        <p:spPr>
          <a:xfrm>
            <a:off x="119270" y="3008243"/>
            <a:ext cx="940904" cy="225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4C52D-3755-410E-A1A2-A568A383DC21}"/>
              </a:ext>
            </a:extLst>
          </p:cNvPr>
          <p:cNvSpPr/>
          <p:nvPr/>
        </p:nvSpPr>
        <p:spPr>
          <a:xfrm>
            <a:off x="1563757" y="5486400"/>
            <a:ext cx="1258956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45000</a:t>
            </a:r>
          </a:p>
        </p:txBody>
      </p:sp>
    </p:spTree>
    <p:extLst>
      <p:ext uri="{BB962C8B-B14F-4D97-AF65-F5344CB8AC3E}">
        <p14:creationId xmlns:p14="http://schemas.microsoft.com/office/powerpoint/2010/main" val="1952919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16F1B3-21EF-42D7-A855-4F48AAC7BFD2}"/>
              </a:ext>
            </a:extLst>
          </p:cNvPr>
          <p:cNvSpPr txBox="1"/>
          <p:nvPr/>
        </p:nvSpPr>
        <p:spPr>
          <a:xfrm>
            <a:off x="159026" y="198783"/>
            <a:ext cx="1216549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	 SUPPLIER PAYMENT SCREEN                                |</a:t>
            </a:r>
          </a:p>
          <a:p>
            <a:r>
              <a:rPr lang="en-IN" dirty="0"/>
              <a:t>| Supplier Name     : 			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Purchase ID       : 			[ Text Field / Combo Box v ]                                 |</a:t>
            </a:r>
          </a:p>
          <a:p>
            <a:endParaRPr lang="en-IN" dirty="0"/>
          </a:p>
          <a:p>
            <a:r>
              <a:rPr lang="en-IN" dirty="0"/>
              <a:t>| Amount Paid       :			 [ Text Field ]                                               |</a:t>
            </a:r>
          </a:p>
          <a:p>
            <a:endParaRPr lang="en-IN" dirty="0"/>
          </a:p>
          <a:p>
            <a:r>
              <a:rPr lang="en-IN" dirty="0"/>
              <a:t>| Payment Date      :		 [ Date Picker ]                                              |</a:t>
            </a:r>
          </a:p>
          <a:p>
            <a:endParaRPr lang="en-IN" dirty="0"/>
          </a:p>
          <a:p>
            <a:r>
              <a:rPr lang="en-IN" dirty="0"/>
              <a:t>| Balance Amount    : 		[ Read Only Text Field ]                                     |</a:t>
            </a:r>
          </a:p>
          <a:p>
            <a:endParaRPr lang="en-IN" dirty="0"/>
          </a:p>
          <a:p>
            <a:r>
              <a:rPr lang="en-IN" dirty="0"/>
              <a:t>| Payment Method    : 		[ Combo Box v ]                                              |</a:t>
            </a:r>
          </a:p>
          <a:p>
            <a:endParaRPr lang="en-IN" dirty="0"/>
          </a:p>
          <a:p>
            <a:r>
              <a:rPr lang="en-IN" dirty="0"/>
              <a:t>| 					</a:t>
            </a:r>
          </a:p>
          <a:p>
            <a:endParaRPr lang="en-IN" dirty="0"/>
          </a:p>
          <a:p>
            <a:r>
              <a:rPr lang="en-IN" dirty="0"/>
              <a:t> 						|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                            SUPPLIER PAYMENT TABLE                                |</a:t>
            </a:r>
          </a:p>
          <a:p>
            <a:r>
              <a:rPr lang="en-IN" dirty="0"/>
              <a:t>| Supplier Name | Purchase ID | Amount Paid | Payment Date | Balance Amount        |</a:t>
            </a:r>
          </a:p>
          <a:p>
            <a:r>
              <a:rPr lang="en-IN" dirty="0"/>
              <a:t>|---------------|-------------|-------------|--------------|-----------------------|</a:t>
            </a:r>
          </a:p>
          <a:p>
            <a:r>
              <a:rPr lang="en-IN" dirty="0"/>
              <a:t>|               |             |             |              |                       |</a:t>
            </a:r>
          </a:p>
          <a:p>
            <a:r>
              <a:rPr lang="en-IN" dirty="0"/>
              <a:t>|               |             |             |              |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A21986-CCC2-4704-BB33-179E7B3CE0CC}"/>
              </a:ext>
            </a:extLst>
          </p:cNvPr>
          <p:cNvSpPr/>
          <p:nvPr/>
        </p:nvSpPr>
        <p:spPr>
          <a:xfrm>
            <a:off x="2279373" y="437321"/>
            <a:ext cx="1643269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supplier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6C1C7C-630A-44BC-AF95-FE08E03A4C72}"/>
              </a:ext>
            </a:extLst>
          </p:cNvPr>
          <p:cNvSpPr/>
          <p:nvPr/>
        </p:nvSpPr>
        <p:spPr>
          <a:xfrm>
            <a:off x="2040835" y="1046921"/>
            <a:ext cx="1404730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44C6F-45BD-402F-B70C-BFCEA9E2DF9E}"/>
              </a:ext>
            </a:extLst>
          </p:cNvPr>
          <p:cNvSpPr/>
          <p:nvPr/>
        </p:nvSpPr>
        <p:spPr>
          <a:xfrm>
            <a:off x="2160104" y="1683026"/>
            <a:ext cx="1113183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FB958-6056-4255-B08A-3B39A3DA0844}"/>
              </a:ext>
            </a:extLst>
          </p:cNvPr>
          <p:cNvSpPr/>
          <p:nvPr/>
        </p:nvSpPr>
        <p:spPr>
          <a:xfrm>
            <a:off x="2160104" y="2199861"/>
            <a:ext cx="1404730" cy="371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537F5-CF81-41A1-BE8A-F60C6C893693}"/>
              </a:ext>
            </a:extLst>
          </p:cNvPr>
          <p:cNvSpPr/>
          <p:nvPr/>
        </p:nvSpPr>
        <p:spPr>
          <a:xfrm>
            <a:off x="2279373" y="2681688"/>
            <a:ext cx="1285461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52000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23E329-59EC-470B-AD51-D0881D9553B4}"/>
              </a:ext>
            </a:extLst>
          </p:cNvPr>
          <p:cNvSpPr/>
          <p:nvPr/>
        </p:nvSpPr>
        <p:spPr>
          <a:xfrm>
            <a:off x="2438399" y="3218401"/>
            <a:ext cx="1484243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online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B67B6-DE55-42FD-9494-3079FD4FD3BA}"/>
              </a:ext>
            </a:extLst>
          </p:cNvPr>
          <p:cNvSpPr/>
          <p:nvPr/>
        </p:nvSpPr>
        <p:spPr>
          <a:xfrm>
            <a:off x="543339" y="3869635"/>
            <a:ext cx="1616765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Save Payment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C29396-158D-4EA5-99BD-251EBB6CD0E9}"/>
              </a:ext>
            </a:extLst>
          </p:cNvPr>
          <p:cNvSpPr/>
          <p:nvPr/>
        </p:nvSpPr>
        <p:spPr>
          <a:xfrm>
            <a:off x="2544417" y="3879132"/>
            <a:ext cx="1987826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Update Payment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A50EC5-3CC0-4C6C-838E-87DCA73C735E}"/>
              </a:ext>
            </a:extLst>
          </p:cNvPr>
          <p:cNvSpPr/>
          <p:nvPr/>
        </p:nvSpPr>
        <p:spPr>
          <a:xfrm>
            <a:off x="304800" y="4479235"/>
            <a:ext cx="967409" cy="265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Clear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82E58-2AFA-4E71-86DE-9CEED821D526}"/>
              </a:ext>
            </a:extLst>
          </p:cNvPr>
          <p:cNvSpPr/>
          <p:nvPr/>
        </p:nvSpPr>
        <p:spPr>
          <a:xfrm>
            <a:off x="1802296" y="4479235"/>
            <a:ext cx="1060174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2CF2C-DA43-4CE6-8D70-DD2CD99041E2}"/>
              </a:ext>
            </a:extLst>
          </p:cNvPr>
          <p:cNvSpPr/>
          <p:nvPr/>
        </p:nvSpPr>
        <p:spPr>
          <a:xfrm>
            <a:off x="3392557" y="4505740"/>
            <a:ext cx="1987826" cy="278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Payment List</a:t>
            </a:r>
          </a:p>
        </p:txBody>
      </p:sp>
    </p:spTree>
    <p:extLst>
      <p:ext uri="{BB962C8B-B14F-4D97-AF65-F5344CB8AC3E}">
        <p14:creationId xmlns:p14="http://schemas.microsoft.com/office/powerpoint/2010/main" val="2649687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D5B30-91DE-46ED-9E13-6681A5056FAD}"/>
              </a:ext>
            </a:extLst>
          </p:cNvPr>
          <p:cNvSpPr txBox="1"/>
          <p:nvPr/>
        </p:nvSpPr>
        <p:spPr>
          <a:xfrm>
            <a:off x="132522" y="212035"/>
            <a:ext cx="119667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		|PROFIT / LOSS SCREEN                                |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| Total Sales        :			 [ Read Only Text Field ]                                    |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| Total Expenses     : 			[ Read Only Text Field ]                                    |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| Net Profit / Loss  :			 [ Read Only Text Field ]                                    |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|						|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C790C-3499-45EB-B5D7-40EEA70592AC}"/>
              </a:ext>
            </a:extLst>
          </p:cNvPr>
          <p:cNvSpPr/>
          <p:nvPr/>
        </p:nvSpPr>
        <p:spPr>
          <a:xfrm>
            <a:off x="2014330" y="1086678"/>
            <a:ext cx="1616766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6952B-841E-4940-BBD9-FFD6025216B1}"/>
              </a:ext>
            </a:extLst>
          </p:cNvPr>
          <p:cNvSpPr/>
          <p:nvPr/>
        </p:nvSpPr>
        <p:spPr>
          <a:xfrm>
            <a:off x="2186608" y="1859911"/>
            <a:ext cx="1616766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amount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5E6C2C-4E83-4469-875A-A961E199384A}"/>
              </a:ext>
            </a:extLst>
          </p:cNvPr>
          <p:cNvSpPr/>
          <p:nvPr/>
        </p:nvSpPr>
        <p:spPr>
          <a:xfrm>
            <a:off x="2186608" y="2729948"/>
            <a:ext cx="1351722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amount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E8E8B-78D5-4AAC-BAC0-C950B3781837}"/>
              </a:ext>
            </a:extLst>
          </p:cNvPr>
          <p:cNvSpPr/>
          <p:nvPr/>
        </p:nvSpPr>
        <p:spPr>
          <a:xfrm>
            <a:off x="503583" y="3557484"/>
            <a:ext cx="1510747" cy="347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calculate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729641-EAAE-43E2-B77E-D1B79200BAE6}"/>
              </a:ext>
            </a:extLst>
          </p:cNvPr>
          <p:cNvSpPr/>
          <p:nvPr/>
        </p:nvSpPr>
        <p:spPr>
          <a:xfrm>
            <a:off x="2398643" y="3604591"/>
            <a:ext cx="1033670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8964F-795E-47AE-A618-E34D2EFCC50A}"/>
              </a:ext>
            </a:extLst>
          </p:cNvPr>
          <p:cNvSpPr/>
          <p:nvPr/>
        </p:nvSpPr>
        <p:spPr>
          <a:xfrm>
            <a:off x="3803374" y="3604591"/>
            <a:ext cx="1179443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086384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809C69-4E68-4595-B9CE-7D1FE6B73D26}"/>
              </a:ext>
            </a:extLst>
          </p:cNvPr>
          <p:cNvSpPr txBox="1"/>
          <p:nvPr/>
        </p:nvSpPr>
        <p:spPr>
          <a:xfrm>
            <a:off x="0" y="132522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|                               MONTHLY REPORT SCREEN                              |</a:t>
            </a:r>
          </a:p>
          <a:p>
            <a:endParaRPr lang="en-IN" dirty="0"/>
          </a:p>
          <a:p>
            <a:r>
              <a:rPr lang="en-IN" dirty="0"/>
              <a:t>| Month             :			 [ Combo Box / Month Picker v ]                               |</a:t>
            </a:r>
          </a:p>
          <a:p>
            <a:endParaRPr lang="en-IN" dirty="0"/>
          </a:p>
          <a:p>
            <a:r>
              <a:rPr lang="en-IN" dirty="0"/>
              <a:t>| Generated Date    : 			[ Read Only Text Field ]                                     |</a:t>
            </a:r>
          </a:p>
          <a:p>
            <a:endParaRPr lang="en-IN" dirty="0"/>
          </a:p>
          <a:p>
            <a:r>
              <a:rPr lang="en-IN" dirty="0"/>
              <a:t>| Prepared By       :			 [ Read Only Text Field ]                                     |</a:t>
            </a:r>
          </a:p>
          <a:p>
            <a:endParaRPr lang="en-IN" dirty="0"/>
          </a:p>
          <a:p>
            <a:r>
              <a:rPr lang="en-IN" dirty="0"/>
              <a:t>|					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			                     |</a:t>
            </a:r>
          </a:p>
          <a:p>
            <a:endParaRPr lang="en-IN" dirty="0"/>
          </a:p>
          <a:p>
            <a:r>
              <a:rPr lang="en-IN" dirty="0"/>
              <a:t>| Month Sales Summary    : 		[ Read Only Text Field ]                                |</a:t>
            </a:r>
          </a:p>
          <a:p>
            <a:endParaRPr lang="en-IN" dirty="0"/>
          </a:p>
          <a:p>
            <a:r>
              <a:rPr lang="en-IN" dirty="0"/>
              <a:t>| Month Expense Summary  : 		[ Read Only Text Field ]                                |</a:t>
            </a:r>
          </a:p>
          <a:p>
            <a:endParaRPr lang="en-IN" dirty="0"/>
          </a:p>
          <a:p>
            <a:r>
              <a:rPr lang="en-IN" dirty="0"/>
              <a:t>| Month Profit / Loss    : 		[ Read Only Text Field ]                                |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|                              MONTHLY REPORT TABLE                                |</a:t>
            </a:r>
          </a:p>
          <a:p>
            <a:r>
              <a:rPr lang="en-IN" dirty="0"/>
              <a:t>| Month | Total Sales | Total Expenses | Profit / Loss | Generated Date | Prepared By |</a:t>
            </a:r>
          </a:p>
          <a:p>
            <a:r>
              <a:rPr lang="en-IN" dirty="0"/>
              <a:t>|-------|-------------|----------------|---------------|----------------|-------------|</a:t>
            </a:r>
          </a:p>
          <a:p>
            <a:r>
              <a:rPr lang="en-IN" dirty="0"/>
              <a:t>|       |             |                |               |                |             |</a:t>
            </a:r>
          </a:p>
          <a:p>
            <a:r>
              <a:rPr lang="en-IN" dirty="0"/>
              <a:t>|       |             |                |               |                |             |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4D0F74-AE17-4AB2-9E99-5EB4C784135D}"/>
              </a:ext>
            </a:extLst>
          </p:cNvPr>
          <p:cNvSpPr/>
          <p:nvPr/>
        </p:nvSpPr>
        <p:spPr>
          <a:xfrm>
            <a:off x="1802296" y="742122"/>
            <a:ext cx="1577008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months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7FF41-5A15-4D07-91B2-1455E45B6342}"/>
              </a:ext>
            </a:extLst>
          </p:cNvPr>
          <p:cNvSpPr/>
          <p:nvPr/>
        </p:nvSpPr>
        <p:spPr>
          <a:xfrm>
            <a:off x="2093843" y="1285461"/>
            <a:ext cx="1577008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15.03.2026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831E2-860C-479A-829C-477640ED5F5C}"/>
              </a:ext>
            </a:extLst>
          </p:cNvPr>
          <p:cNvSpPr/>
          <p:nvPr/>
        </p:nvSpPr>
        <p:spPr>
          <a:xfrm>
            <a:off x="1908313" y="1868557"/>
            <a:ext cx="147099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134AD5-143B-402A-AC0B-4CB48C4CB619}"/>
              </a:ext>
            </a:extLst>
          </p:cNvPr>
          <p:cNvSpPr/>
          <p:nvPr/>
        </p:nvSpPr>
        <p:spPr>
          <a:xfrm>
            <a:off x="463825" y="2478156"/>
            <a:ext cx="1630017" cy="291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36385C-AFD4-454C-8B10-D5E9929EF77C}"/>
              </a:ext>
            </a:extLst>
          </p:cNvPr>
          <p:cNvSpPr/>
          <p:nvPr/>
        </p:nvSpPr>
        <p:spPr>
          <a:xfrm>
            <a:off x="2590799" y="2411896"/>
            <a:ext cx="1742661" cy="371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Generate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8B65E-3E34-467E-801E-50762E0B4A92}"/>
              </a:ext>
            </a:extLst>
          </p:cNvPr>
          <p:cNvSpPr/>
          <p:nvPr/>
        </p:nvSpPr>
        <p:spPr>
          <a:xfrm>
            <a:off x="198783" y="2941983"/>
            <a:ext cx="1709530" cy="291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Print Report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DA0DB-015C-44B7-A656-28BE5097ED60}"/>
              </a:ext>
            </a:extLst>
          </p:cNvPr>
          <p:cNvSpPr/>
          <p:nvPr/>
        </p:nvSpPr>
        <p:spPr>
          <a:xfrm>
            <a:off x="2093842" y="3047998"/>
            <a:ext cx="1285460" cy="185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3B8EEA-AA1D-42E4-8A0D-62A32FE8EB5F}"/>
              </a:ext>
            </a:extLst>
          </p:cNvPr>
          <p:cNvSpPr/>
          <p:nvPr/>
        </p:nvSpPr>
        <p:spPr>
          <a:xfrm>
            <a:off x="2643808" y="3564832"/>
            <a:ext cx="1080052" cy="185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555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536CD-BF8E-4F89-91D4-65C193F33E2C}"/>
              </a:ext>
            </a:extLst>
          </p:cNvPr>
          <p:cNvSpPr/>
          <p:nvPr/>
        </p:nvSpPr>
        <p:spPr>
          <a:xfrm>
            <a:off x="3028121" y="3935895"/>
            <a:ext cx="1285460" cy="371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666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B433D-1541-487E-BD24-5CB94B29600C}"/>
              </a:ext>
            </a:extLst>
          </p:cNvPr>
          <p:cNvSpPr/>
          <p:nvPr/>
        </p:nvSpPr>
        <p:spPr>
          <a:xfrm>
            <a:off x="2438400" y="4611757"/>
            <a:ext cx="1080052" cy="29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2222</a:t>
            </a:r>
          </a:p>
        </p:txBody>
      </p:sp>
    </p:spTree>
    <p:extLst>
      <p:ext uri="{BB962C8B-B14F-4D97-AF65-F5344CB8AC3E}">
        <p14:creationId xmlns:p14="http://schemas.microsoft.com/office/powerpoint/2010/main" val="54814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2447</Words>
  <Application>Microsoft Office PowerPoint</Application>
  <PresentationFormat>Widescreen</PresentationFormat>
  <Paragraphs>579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Arunothaya R</dc:creator>
  <cp:lastModifiedBy>Arunothaya R</cp:lastModifiedBy>
  <cp:revision>3</cp:revision>
  <dcterms:created xsi:type="dcterms:W3CDTF">2026-03-16T07:15:17Z</dcterms:created>
  <dcterms:modified xsi:type="dcterms:W3CDTF">2026-03-16T09:51:08Z</dcterms:modified>
</cp:coreProperties>
</file>