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unothaya R" initials="AR" lastIdx="1" clrIdx="0">
    <p:extLst>
      <p:ext uri="{19B8F6BF-5375-455C-9EA6-DF929625EA0E}">
        <p15:presenceInfo xmlns:p15="http://schemas.microsoft.com/office/powerpoint/2012/main" userId="ea294ed946e112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88EB-8070-4098-8C7B-BBCEB252D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C9213-0D6E-4EFF-8BBB-7BDDE9FB2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92C44-8FBC-4135-8502-A4A4D9CF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9AD50-16EE-445A-93A7-9E134689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87774-B8E7-4E30-AF6A-73E4536B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52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905C0-D600-4483-9539-1D06B9D9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53332-BC03-44DE-8659-37A2627A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2E15B-CD22-4A51-8F89-D7C815EB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6CB4-B8CF-4526-9C35-6014A63D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3E8C3-2556-4D7C-A2D1-4179BAC8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683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AB3B-12AF-4348-873C-DCEC2DCF9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B36B5-2CC7-4928-97D6-60CF83204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4177C-5224-46BF-8F08-E5DB2384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7BC62-A381-41D9-8C4F-2CBF0EFC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EB620-B858-404A-8F40-7C6FD14E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886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05F4-3CF5-47B0-A00D-DC7F02414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D720C-F802-4AD9-8B12-B8166D48A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F64C4-A864-4329-8411-25CD1841D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46152-DD86-4B68-BB1F-6823CFEFD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41662-902A-4684-AF03-342F0906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0C57B-C181-4521-B172-0CFDC3AA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408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9B62-89D6-43F8-96D8-55788EF4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ACC31-0382-46CA-A8FC-4D8AF206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B9C2F-BC00-4428-8C53-33CBC729E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B0F948-1530-4C5C-8663-014543ADD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2F45A1-CC2C-42DE-BE00-C2DDD70EF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A66FF-55EB-4AE4-A352-714B488B4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66849-162D-408F-8638-D881105A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B6D65-2677-44BC-A7C8-36C1D653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10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1894-45DC-42F2-8B68-9400C1DD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FF272E-F877-4BF6-9244-9DF9533D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DA930-626C-4780-8958-C44C8ED8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7D83F-4C67-493D-A255-B8F1AE21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3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C17B8-D8D7-46F7-9C81-4C578FD2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9BFB3-9F69-4A74-BE27-0071008F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147A5-B612-470A-A998-2F63BF73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6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997B-0DD4-4064-9BDF-B00D02F8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16177-CE8C-46B4-9DAC-B7A2AC128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BA569-3C11-4600-8D84-08A57772D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54FDF-64CD-4783-AF4B-4F485CCF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0F161-31B9-48D9-85BE-49688476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A451F-22FB-4ECF-8463-6EB98F30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54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695E-AA4F-4E36-8D15-0296BE9FB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1055A-A1C4-4D13-A5F6-9C63801A2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D7D64-82B7-4599-9E40-D9472C96A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3605D-AAD4-4350-8F3D-30330A0B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CBF22-397C-4759-B1E1-9B7C0E16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6B1FC-771F-4255-BABB-80C77E83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013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453B-11E1-4AD5-B3D4-E1467B18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A67DF-4ED8-4E4A-AF39-7A3214A2E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4F94D-DBA4-4706-B2CC-1ED4828F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CFA86-04F5-4F30-830F-F047AE88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2F7E-A707-46BE-85F2-1E8B55D9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3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DFB67-B1C4-44AB-9242-60117908E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D4385-090D-40AB-8EEC-2253978C7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564CA-859F-43B0-9396-2907461E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43A4E-C41D-4F92-84E8-DB629ED6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6A006-EF2B-442E-942A-00217178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1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AA365-539D-4C32-92F0-1D369C7A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6AFED-D251-45FA-B784-9EFE3B444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D4C7-4106-4762-A58F-1195ACD25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F9A26-A22F-4872-A0D5-892DF30561C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90A3-6144-43A0-BE9A-C6776BE5E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ABFE3-FC1D-4608-A531-BCC9C8B07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D0AEA-9FA2-48AA-B403-9308AFD27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31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0CA3-DAE3-406A-94BE-CDE61E54D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9B33F-2282-4EDD-AE3D-EACA544814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0CFD91F-2972-4AD5-955C-E626FC4F5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178776"/>
              </p:ext>
            </p:extLst>
          </p:nvPr>
        </p:nvGraphicFramePr>
        <p:xfrm>
          <a:off x="1524000" y="556591"/>
          <a:ext cx="9462051" cy="7406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54017">
                  <a:extLst>
                    <a:ext uri="{9D8B030D-6E8A-4147-A177-3AD203B41FA5}">
                      <a16:colId xmlns:a16="http://schemas.microsoft.com/office/drawing/2014/main" val="3764331339"/>
                    </a:ext>
                  </a:extLst>
                </a:gridCol>
                <a:gridCol w="3154017">
                  <a:extLst>
                    <a:ext uri="{9D8B030D-6E8A-4147-A177-3AD203B41FA5}">
                      <a16:colId xmlns:a16="http://schemas.microsoft.com/office/drawing/2014/main" val="1170937706"/>
                    </a:ext>
                  </a:extLst>
                </a:gridCol>
                <a:gridCol w="3154017">
                  <a:extLst>
                    <a:ext uri="{9D8B030D-6E8A-4147-A177-3AD203B41FA5}">
                      <a16:colId xmlns:a16="http://schemas.microsoft.com/office/drawing/2014/main" val="616281036"/>
                    </a:ext>
                  </a:extLst>
                </a:gridCol>
              </a:tblGrid>
              <a:tr h="1726349">
                <a:tc>
                  <a:txBody>
                    <a:bodyPr/>
                    <a:lstStyle/>
                    <a:p>
                      <a:r>
                        <a:rPr lang="en-IN" sz="1900" baseline="0" dirty="0">
                          <a:solidFill>
                            <a:srgbClr val="00B050"/>
                          </a:solidFill>
                        </a:rPr>
                        <a:t>Customer segments</a:t>
                      </a:r>
                    </a:p>
                    <a:p>
                      <a:r>
                        <a:rPr lang="en-US" sz="1900" baseline="0" dirty="0">
                          <a:solidFill>
                            <a:srgbClr val="FF0000"/>
                          </a:solidFill>
                        </a:rPr>
                        <a:t>Students looking for affordable food</a:t>
                      </a:r>
                    </a:p>
                    <a:p>
                      <a:r>
                        <a:rPr lang="en-IN" sz="1900" baseline="0" dirty="0">
                          <a:solidFill>
                            <a:srgbClr val="FF0000"/>
                          </a:solidFill>
                        </a:rPr>
                        <a:t>Office employees</a:t>
                      </a:r>
                    </a:p>
                    <a:p>
                      <a:r>
                        <a:rPr lang="en-IN" sz="1900" baseline="0" dirty="0">
                          <a:solidFill>
                            <a:srgbClr val="FF0000"/>
                          </a:solidFill>
                        </a:rPr>
                        <a:t>Families</a:t>
                      </a:r>
                    </a:p>
                    <a:p>
                      <a:r>
                        <a:rPr lang="en-IN" sz="1900" baseline="0" dirty="0">
                          <a:solidFill>
                            <a:srgbClr val="FF0000"/>
                          </a:solidFill>
                        </a:rPr>
                        <a:t>Nearby residents</a:t>
                      </a:r>
                    </a:p>
                    <a:p>
                      <a:r>
                        <a:rPr lang="en-IN" sz="1900" baseline="0" dirty="0">
                          <a:solidFill>
                            <a:srgbClr val="FF0000"/>
                          </a:solidFill>
                        </a:rPr>
                        <a:t>Travelers &amp; 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Value Proposition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Fresh, hygienic &amp; tasty food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Affordable meals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Comfortable &amp; clean dining environment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Soft music for relaxing atmosphere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Free drinking water &amp; clean wash area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Providing organic handwashes and tissues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Key Activities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Maintain cleanliness &amp; hygiene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Purchase quality ingredients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Manage daily restaurant operations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Provide books for customers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Providing tissues 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Collect customer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820055"/>
                  </a:ext>
                </a:extLst>
              </a:tr>
              <a:tr h="1726349"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rgbClr val="00B050"/>
                          </a:solidFill>
                        </a:rPr>
                        <a:t>Key Resources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Skilled chefs and staff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Kitchen equipment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Tables, chairs &amp; interior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Books &amp; speakers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Ingredients &amp; raw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rgbClr val="00B050"/>
                          </a:solidFill>
                        </a:rPr>
                        <a:t>Key Partners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Vegetable &amp; grocery suppliers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Milk suppliers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Fruit vendors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Hygiene product suppliers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Book suppliers</a:t>
                      </a:r>
                    </a:p>
                    <a:p>
                      <a:endParaRPr lang="en-IN" baseline="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rgbClr val="00B050"/>
                          </a:solidFill>
                        </a:rPr>
                        <a:t>Channels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Newspaper advertisements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Social media promotions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Word-of-mouth marketing</a:t>
                      </a:r>
                    </a:p>
                    <a:p>
                      <a:r>
                        <a:rPr lang="en-IN" baseline="0" dirty="0">
                          <a:solidFill>
                            <a:srgbClr val="FF0000"/>
                          </a:solidFill>
                        </a:rPr>
                        <a:t>Notices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932905"/>
                  </a:ext>
                </a:extLst>
              </a:tr>
              <a:tr h="172634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Customer </a:t>
                      </a:r>
                      <a:r>
                        <a:rPr lang="en-IN" dirty="0" err="1">
                          <a:solidFill>
                            <a:srgbClr val="00B050"/>
                          </a:solidFill>
                        </a:rPr>
                        <a:t>RelationShip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Friendly and respectful service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Complimentary food plate for regular customers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Discounts and special offers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New Year calendars for loyal customers</a:t>
                      </a:r>
                    </a:p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Revenue Stream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Selling food items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Tea, coffee &amp; juices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Family meals &amp; combo meals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Festival special foods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Takeaway &amp; parcel orders</a:t>
                      </a:r>
                    </a:p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Costing </a:t>
                      </a:r>
                      <a:r>
                        <a:rPr lang="en-IN" dirty="0" err="1">
                          <a:solidFill>
                            <a:srgbClr val="00B050"/>
                          </a:solidFill>
                        </a:rPr>
                        <a:t>Sturcture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Raw materials &amp; ingredients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Milk &amp; fruits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Salaries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Electricity, water &amp; rent</a:t>
                      </a:r>
                    </a:p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Maintenance &amp; cleaning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5120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390197-5250-43B3-8CD1-FE8C1416584C}"/>
              </a:ext>
            </a:extLst>
          </p:cNvPr>
          <p:cNvSpPr txBox="1"/>
          <p:nvPr/>
        </p:nvSpPr>
        <p:spPr>
          <a:xfrm>
            <a:off x="4364182" y="133955"/>
            <a:ext cx="432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Stress Buster Food Hub</a:t>
            </a:r>
          </a:p>
        </p:txBody>
      </p:sp>
    </p:spTree>
    <p:extLst>
      <p:ext uri="{BB962C8B-B14F-4D97-AF65-F5344CB8AC3E}">
        <p14:creationId xmlns:p14="http://schemas.microsoft.com/office/powerpoint/2010/main" val="1795487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</Words>
  <Application>Microsoft Office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Arunothaya R</dc:creator>
  <cp:lastModifiedBy>Arunothaya R</cp:lastModifiedBy>
  <cp:revision>2</cp:revision>
  <dcterms:created xsi:type="dcterms:W3CDTF">2026-03-11T07:48:58Z</dcterms:created>
  <dcterms:modified xsi:type="dcterms:W3CDTF">2026-03-11T07:50:35Z</dcterms:modified>
</cp:coreProperties>
</file>